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tmp" ContentType="image/png"/>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5"/>
  </p:notesMasterIdLst>
  <p:sldIdLst>
    <p:sldId id="256" r:id="rId2"/>
    <p:sldId id="257" r:id="rId3"/>
    <p:sldId id="265" r:id="rId4"/>
    <p:sldId id="266" r:id="rId5"/>
    <p:sldId id="267" r:id="rId6"/>
    <p:sldId id="258" r:id="rId7"/>
    <p:sldId id="268" r:id="rId8"/>
    <p:sldId id="259" r:id="rId9"/>
    <p:sldId id="260" r:id="rId10"/>
    <p:sldId id="261" r:id="rId11"/>
    <p:sldId id="262" r:id="rId12"/>
    <p:sldId id="263" r:id="rId13"/>
    <p:sldId id="264" r:id="rId14"/>
  </p:sldIdLst>
  <p:sldSz cx="12192000" cy="6858000"/>
  <p:notesSz cx="7315200" cy="96012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4995" autoAdjust="0"/>
    <p:restoredTop sz="94660"/>
  </p:normalViewPr>
  <p:slideViewPr>
    <p:cSldViewPr snapToGrid="0">
      <p:cViewPr varScale="1">
        <p:scale>
          <a:sx n="84" d="100"/>
          <a:sy n="84" d="100"/>
        </p:scale>
        <p:origin x="658" y="77"/>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theme" Target="theme/theme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notesMaster" Target="notesMasters/notesMaster1.xml"/><Relationship Id="rId10" Type="http://schemas.openxmlformats.org/officeDocument/2006/relationships/slide" Target="slides/slide9.xml"/><Relationship Id="rId19"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169920" cy="481727"/>
          </a:xfrm>
          <a:prstGeom prst="rect">
            <a:avLst/>
          </a:prstGeom>
        </p:spPr>
        <p:txBody>
          <a:bodyPr vert="horz" lIns="96661" tIns="48331" rIns="96661" bIns="48331" rtlCol="0"/>
          <a:lstStyle>
            <a:lvl1pPr algn="l">
              <a:defRPr sz="1300"/>
            </a:lvl1pPr>
          </a:lstStyle>
          <a:p>
            <a:endParaRPr lang="en-AU"/>
          </a:p>
        </p:txBody>
      </p:sp>
      <p:sp>
        <p:nvSpPr>
          <p:cNvPr id="3" name="Date Placeholder 2"/>
          <p:cNvSpPr>
            <a:spLocks noGrp="1"/>
          </p:cNvSpPr>
          <p:nvPr>
            <p:ph type="dt" idx="1"/>
          </p:nvPr>
        </p:nvSpPr>
        <p:spPr>
          <a:xfrm>
            <a:off x="4143587" y="0"/>
            <a:ext cx="3169920" cy="481727"/>
          </a:xfrm>
          <a:prstGeom prst="rect">
            <a:avLst/>
          </a:prstGeom>
        </p:spPr>
        <p:txBody>
          <a:bodyPr vert="horz" lIns="96661" tIns="48331" rIns="96661" bIns="48331" rtlCol="0"/>
          <a:lstStyle>
            <a:lvl1pPr algn="r">
              <a:defRPr sz="1300"/>
            </a:lvl1pPr>
          </a:lstStyle>
          <a:p>
            <a:fld id="{CA1E58A6-B5FA-4B3B-BC1A-ECF1AECB335E}" type="datetimeFigureOut">
              <a:rPr lang="en-AU" smtClean="0"/>
              <a:t>20/04/2026</a:t>
            </a:fld>
            <a:endParaRPr lang="en-AU"/>
          </a:p>
        </p:txBody>
      </p:sp>
      <p:sp>
        <p:nvSpPr>
          <p:cNvPr id="4" name="Slide Image Placeholder 3"/>
          <p:cNvSpPr>
            <a:spLocks noGrp="1" noRot="1" noChangeAspect="1"/>
          </p:cNvSpPr>
          <p:nvPr>
            <p:ph type="sldImg" idx="2"/>
          </p:nvPr>
        </p:nvSpPr>
        <p:spPr>
          <a:xfrm>
            <a:off x="777875" y="1200150"/>
            <a:ext cx="5759450" cy="3240088"/>
          </a:xfrm>
          <a:prstGeom prst="rect">
            <a:avLst/>
          </a:prstGeom>
          <a:noFill/>
          <a:ln w="12700">
            <a:solidFill>
              <a:prstClr val="black"/>
            </a:solidFill>
          </a:ln>
        </p:spPr>
        <p:txBody>
          <a:bodyPr vert="horz" lIns="96661" tIns="48331" rIns="96661" bIns="48331" rtlCol="0" anchor="ctr"/>
          <a:lstStyle/>
          <a:p>
            <a:endParaRPr lang="en-AU"/>
          </a:p>
        </p:txBody>
      </p:sp>
      <p:sp>
        <p:nvSpPr>
          <p:cNvPr id="5" name="Notes Placeholder 4"/>
          <p:cNvSpPr>
            <a:spLocks noGrp="1"/>
          </p:cNvSpPr>
          <p:nvPr>
            <p:ph type="body" sz="quarter" idx="3"/>
          </p:nvPr>
        </p:nvSpPr>
        <p:spPr>
          <a:xfrm>
            <a:off x="731520" y="4620577"/>
            <a:ext cx="5852160" cy="3780473"/>
          </a:xfrm>
          <a:prstGeom prst="rect">
            <a:avLst/>
          </a:prstGeom>
        </p:spPr>
        <p:txBody>
          <a:bodyPr vert="horz" lIns="96661" tIns="48331" rIns="96661" bIns="48331"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6" name="Footer Placeholder 5"/>
          <p:cNvSpPr>
            <a:spLocks noGrp="1"/>
          </p:cNvSpPr>
          <p:nvPr>
            <p:ph type="ftr" sz="quarter" idx="4"/>
          </p:nvPr>
        </p:nvSpPr>
        <p:spPr>
          <a:xfrm>
            <a:off x="0" y="9119474"/>
            <a:ext cx="3169920" cy="481726"/>
          </a:xfrm>
          <a:prstGeom prst="rect">
            <a:avLst/>
          </a:prstGeom>
        </p:spPr>
        <p:txBody>
          <a:bodyPr vert="horz" lIns="96661" tIns="48331" rIns="96661" bIns="48331" rtlCol="0" anchor="b"/>
          <a:lstStyle>
            <a:lvl1pPr algn="l">
              <a:defRPr sz="1300"/>
            </a:lvl1pPr>
          </a:lstStyle>
          <a:p>
            <a:endParaRPr lang="en-AU"/>
          </a:p>
        </p:txBody>
      </p:sp>
      <p:sp>
        <p:nvSpPr>
          <p:cNvPr id="7" name="Slide Number Placeholder 6"/>
          <p:cNvSpPr>
            <a:spLocks noGrp="1"/>
          </p:cNvSpPr>
          <p:nvPr>
            <p:ph type="sldNum" sz="quarter" idx="5"/>
          </p:nvPr>
        </p:nvSpPr>
        <p:spPr>
          <a:xfrm>
            <a:off x="4143587" y="9119474"/>
            <a:ext cx="3169920" cy="481726"/>
          </a:xfrm>
          <a:prstGeom prst="rect">
            <a:avLst/>
          </a:prstGeom>
        </p:spPr>
        <p:txBody>
          <a:bodyPr vert="horz" lIns="96661" tIns="48331" rIns="96661" bIns="48331" rtlCol="0" anchor="b"/>
          <a:lstStyle>
            <a:lvl1pPr algn="r">
              <a:defRPr sz="1300"/>
            </a:lvl1pPr>
          </a:lstStyle>
          <a:p>
            <a:fld id="{98C14253-CF00-411E-A6A8-E54749F369DE}" type="slidenum">
              <a:rPr lang="en-AU" smtClean="0"/>
              <a:t>‹#›</a:t>
            </a:fld>
            <a:endParaRPr lang="en-AU"/>
          </a:p>
        </p:txBody>
      </p:sp>
    </p:spTree>
    <p:extLst>
      <p:ext uri="{BB962C8B-B14F-4D97-AF65-F5344CB8AC3E}">
        <p14:creationId xmlns:p14="http://schemas.microsoft.com/office/powerpoint/2010/main" val="185480606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03635B6-31F2-960A-42FA-61BD198D4AE3}"/>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AU"/>
          </a:p>
        </p:txBody>
      </p:sp>
      <p:sp>
        <p:nvSpPr>
          <p:cNvPr id="3" name="Subtitle 2">
            <a:extLst>
              <a:ext uri="{FF2B5EF4-FFF2-40B4-BE49-F238E27FC236}">
                <a16:creationId xmlns:a16="http://schemas.microsoft.com/office/drawing/2014/main" id="{2EF7D207-138F-C426-B22A-B815CD3BAB77}"/>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AU"/>
          </a:p>
        </p:txBody>
      </p:sp>
      <p:sp>
        <p:nvSpPr>
          <p:cNvPr id="4" name="Date Placeholder 3">
            <a:extLst>
              <a:ext uri="{FF2B5EF4-FFF2-40B4-BE49-F238E27FC236}">
                <a16:creationId xmlns:a16="http://schemas.microsoft.com/office/drawing/2014/main" id="{45B377C2-C234-7C6A-4CDF-D1255E6B9A6B}"/>
              </a:ext>
            </a:extLst>
          </p:cNvPr>
          <p:cNvSpPr>
            <a:spLocks noGrp="1"/>
          </p:cNvSpPr>
          <p:nvPr>
            <p:ph type="dt" sz="half" idx="10"/>
          </p:nvPr>
        </p:nvSpPr>
        <p:spPr/>
        <p:txBody>
          <a:bodyPr/>
          <a:lstStyle/>
          <a:p>
            <a:fld id="{DFC75409-981D-470B-8D60-DE1F0F2289A4}" type="datetime1">
              <a:rPr lang="en-AU" smtClean="0"/>
              <a:t>20/04/2026</a:t>
            </a:fld>
            <a:endParaRPr lang="en-AU"/>
          </a:p>
        </p:txBody>
      </p:sp>
      <p:sp>
        <p:nvSpPr>
          <p:cNvPr id="5" name="Footer Placeholder 4">
            <a:extLst>
              <a:ext uri="{FF2B5EF4-FFF2-40B4-BE49-F238E27FC236}">
                <a16:creationId xmlns:a16="http://schemas.microsoft.com/office/drawing/2014/main" id="{23C4120B-F243-F9C4-879D-327DB5CA98EE}"/>
              </a:ext>
            </a:extLst>
          </p:cNvPr>
          <p:cNvSpPr>
            <a:spLocks noGrp="1"/>
          </p:cNvSpPr>
          <p:nvPr>
            <p:ph type="ftr" sz="quarter" idx="11"/>
          </p:nvPr>
        </p:nvSpPr>
        <p:spPr/>
        <p:txBody>
          <a:bodyPr/>
          <a:lstStyle/>
          <a:p>
            <a:endParaRPr lang="en-AU"/>
          </a:p>
        </p:txBody>
      </p:sp>
      <p:sp>
        <p:nvSpPr>
          <p:cNvPr id="6" name="Slide Number Placeholder 5">
            <a:extLst>
              <a:ext uri="{FF2B5EF4-FFF2-40B4-BE49-F238E27FC236}">
                <a16:creationId xmlns:a16="http://schemas.microsoft.com/office/drawing/2014/main" id="{E9B72B7C-D18F-148B-CBA4-EE261CEEE32E}"/>
              </a:ext>
            </a:extLst>
          </p:cNvPr>
          <p:cNvSpPr>
            <a:spLocks noGrp="1"/>
          </p:cNvSpPr>
          <p:nvPr>
            <p:ph type="sldNum" sz="quarter" idx="12"/>
          </p:nvPr>
        </p:nvSpPr>
        <p:spPr/>
        <p:txBody>
          <a:bodyPr/>
          <a:lstStyle/>
          <a:p>
            <a:fld id="{9C045542-16FA-4226-AEB4-61E47D0A3686}" type="slidenum">
              <a:rPr lang="en-AU" smtClean="0"/>
              <a:t>‹#›</a:t>
            </a:fld>
            <a:endParaRPr lang="en-AU"/>
          </a:p>
        </p:txBody>
      </p:sp>
    </p:spTree>
    <p:extLst>
      <p:ext uri="{BB962C8B-B14F-4D97-AF65-F5344CB8AC3E}">
        <p14:creationId xmlns:p14="http://schemas.microsoft.com/office/powerpoint/2010/main" val="239777635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08B6F1C-B9EE-9AAB-2054-EBA31759DE4B}"/>
              </a:ext>
            </a:extLst>
          </p:cNvPr>
          <p:cNvSpPr>
            <a:spLocks noGrp="1"/>
          </p:cNvSpPr>
          <p:nvPr>
            <p:ph type="title"/>
          </p:nvPr>
        </p:nvSpPr>
        <p:spPr/>
        <p:txBody>
          <a:bodyPr/>
          <a:lstStyle/>
          <a:p>
            <a:r>
              <a:rPr lang="en-US"/>
              <a:t>Click to edit Master title style</a:t>
            </a:r>
            <a:endParaRPr lang="en-AU"/>
          </a:p>
        </p:txBody>
      </p:sp>
      <p:sp>
        <p:nvSpPr>
          <p:cNvPr id="3" name="Content Placeholder 2">
            <a:extLst>
              <a:ext uri="{FF2B5EF4-FFF2-40B4-BE49-F238E27FC236}">
                <a16:creationId xmlns:a16="http://schemas.microsoft.com/office/drawing/2014/main" id="{18D94D2D-B19D-CDDE-C995-F951EE3F91B3}"/>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4" name="Date Placeholder 3">
            <a:extLst>
              <a:ext uri="{FF2B5EF4-FFF2-40B4-BE49-F238E27FC236}">
                <a16:creationId xmlns:a16="http://schemas.microsoft.com/office/drawing/2014/main" id="{A2FECD94-BE54-D3DE-992D-0FFE9E770FC5}"/>
              </a:ext>
            </a:extLst>
          </p:cNvPr>
          <p:cNvSpPr>
            <a:spLocks noGrp="1"/>
          </p:cNvSpPr>
          <p:nvPr>
            <p:ph type="dt" sz="half" idx="10"/>
          </p:nvPr>
        </p:nvSpPr>
        <p:spPr/>
        <p:txBody>
          <a:bodyPr/>
          <a:lstStyle/>
          <a:p>
            <a:fld id="{69CCE75F-3F19-48B7-AC6E-2A69D63E7872}" type="datetime1">
              <a:rPr lang="en-AU" smtClean="0"/>
              <a:t>20/04/2026</a:t>
            </a:fld>
            <a:endParaRPr lang="en-AU"/>
          </a:p>
        </p:txBody>
      </p:sp>
      <p:sp>
        <p:nvSpPr>
          <p:cNvPr id="5" name="Footer Placeholder 4">
            <a:extLst>
              <a:ext uri="{FF2B5EF4-FFF2-40B4-BE49-F238E27FC236}">
                <a16:creationId xmlns:a16="http://schemas.microsoft.com/office/drawing/2014/main" id="{4791C3A5-2960-06B6-7573-3889EB31D98F}"/>
              </a:ext>
            </a:extLst>
          </p:cNvPr>
          <p:cNvSpPr>
            <a:spLocks noGrp="1"/>
          </p:cNvSpPr>
          <p:nvPr>
            <p:ph type="ftr" sz="quarter" idx="11"/>
          </p:nvPr>
        </p:nvSpPr>
        <p:spPr/>
        <p:txBody>
          <a:bodyPr/>
          <a:lstStyle/>
          <a:p>
            <a:endParaRPr lang="en-AU"/>
          </a:p>
        </p:txBody>
      </p:sp>
      <p:sp>
        <p:nvSpPr>
          <p:cNvPr id="6" name="Slide Number Placeholder 5">
            <a:extLst>
              <a:ext uri="{FF2B5EF4-FFF2-40B4-BE49-F238E27FC236}">
                <a16:creationId xmlns:a16="http://schemas.microsoft.com/office/drawing/2014/main" id="{2839C7C9-09E5-F2C0-E97E-CCC3D64BE465}"/>
              </a:ext>
            </a:extLst>
          </p:cNvPr>
          <p:cNvSpPr>
            <a:spLocks noGrp="1"/>
          </p:cNvSpPr>
          <p:nvPr>
            <p:ph type="sldNum" sz="quarter" idx="12"/>
          </p:nvPr>
        </p:nvSpPr>
        <p:spPr/>
        <p:txBody>
          <a:bodyPr/>
          <a:lstStyle/>
          <a:p>
            <a:fld id="{9C045542-16FA-4226-AEB4-61E47D0A3686}" type="slidenum">
              <a:rPr lang="en-AU" smtClean="0"/>
              <a:t>‹#›</a:t>
            </a:fld>
            <a:endParaRPr lang="en-AU"/>
          </a:p>
        </p:txBody>
      </p:sp>
    </p:spTree>
    <p:extLst>
      <p:ext uri="{BB962C8B-B14F-4D97-AF65-F5344CB8AC3E}">
        <p14:creationId xmlns:p14="http://schemas.microsoft.com/office/powerpoint/2010/main" val="332125606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5EA6186-6F1A-99EE-ADF5-4F499936E11A}"/>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AU"/>
          </a:p>
        </p:txBody>
      </p:sp>
      <p:sp>
        <p:nvSpPr>
          <p:cNvPr id="3" name="Text Placeholder 2">
            <a:extLst>
              <a:ext uri="{FF2B5EF4-FFF2-40B4-BE49-F238E27FC236}">
                <a16:creationId xmlns:a16="http://schemas.microsoft.com/office/drawing/2014/main" id="{6C6132D3-0529-1FBF-703D-FF9478B75CE5}"/>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1DB66D73-0E24-C7D5-8856-56AF162C1D00}"/>
              </a:ext>
            </a:extLst>
          </p:cNvPr>
          <p:cNvSpPr>
            <a:spLocks noGrp="1"/>
          </p:cNvSpPr>
          <p:nvPr>
            <p:ph type="dt" sz="half" idx="10"/>
          </p:nvPr>
        </p:nvSpPr>
        <p:spPr/>
        <p:txBody>
          <a:bodyPr/>
          <a:lstStyle/>
          <a:p>
            <a:fld id="{E6628635-DA37-4CD1-A4A5-642A9202D05F}" type="datetime1">
              <a:rPr lang="en-AU" smtClean="0"/>
              <a:t>20/04/2026</a:t>
            </a:fld>
            <a:endParaRPr lang="en-AU"/>
          </a:p>
        </p:txBody>
      </p:sp>
      <p:sp>
        <p:nvSpPr>
          <p:cNvPr id="5" name="Footer Placeholder 4">
            <a:extLst>
              <a:ext uri="{FF2B5EF4-FFF2-40B4-BE49-F238E27FC236}">
                <a16:creationId xmlns:a16="http://schemas.microsoft.com/office/drawing/2014/main" id="{95DF6D9E-B93F-63E4-B39D-2A12E0C8A814}"/>
              </a:ext>
            </a:extLst>
          </p:cNvPr>
          <p:cNvSpPr>
            <a:spLocks noGrp="1"/>
          </p:cNvSpPr>
          <p:nvPr>
            <p:ph type="ftr" sz="quarter" idx="11"/>
          </p:nvPr>
        </p:nvSpPr>
        <p:spPr/>
        <p:txBody>
          <a:bodyPr/>
          <a:lstStyle/>
          <a:p>
            <a:endParaRPr lang="en-AU"/>
          </a:p>
        </p:txBody>
      </p:sp>
      <p:sp>
        <p:nvSpPr>
          <p:cNvPr id="6" name="Slide Number Placeholder 5">
            <a:extLst>
              <a:ext uri="{FF2B5EF4-FFF2-40B4-BE49-F238E27FC236}">
                <a16:creationId xmlns:a16="http://schemas.microsoft.com/office/drawing/2014/main" id="{01061F7E-E78A-3C49-80C5-62F48D4D1DA2}"/>
              </a:ext>
            </a:extLst>
          </p:cNvPr>
          <p:cNvSpPr>
            <a:spLocks noGrp="1"/>
          </p:cNvSpPr>
          <p:nvPr>
            <p:ph type="sldNum" sz="quarter" idx="12"/>
          </p:nvPr>
        </p:nvSpPr>
        <p:spPr/>
        <p:txBody>
          <a:bodyPr/>
          <a:lstStyle/>
          <a:p>
            <a:fld id="{9C045542-16FA-4226-AEB4-61E47D0A3686}" type="slidenum">
              <a:rPr lang="en-AU" smtClean="0"/>
              <a:t>‹#›</a:t>
            </a:fld>
            <a:endParaRPr lang="en-AU"/>
          </a:p>
        </p:txBody>
      </p:sp>
    </p:spTree>
    <p:extLst>
      <p:ext uri="{BB962C8B-B14F-4D97-AF65-F5344CB8AC3E}">
        <p14:creationId xmlns:p14="http://schemas.microsoft.com/office/powerpoint/2010/main" val="17748691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F6F6BD9-1822-126B-B266-CB1B0464C649}"/>
              </a:ext>
            </a:extLst>
          </p:cNvPr>
          <p:cNvSpPr>
            <a:spLocks noGrp="1"/>
          </p:cNvSpPr>
          <p:nvPr>
            <p:ph type="title"/>
          </p:nvPr>
        </p:nvSpPr>
        <p:spPr/>
        <p:txBody>
          <a:bodyPr/>
          <a:lstStyle/>
          <a:p>
            <a:r>
              <a:rPr lang="en-US"/>
              <a:t>Click to edit Master title style</a:t>
            </a:r>
            <a:endParaRPr lang="en-AU"/>
          </a:p>
        </p:txBody>
      </p:sp>
      <p:sp>
        <p:nvSpPr>
          <p:cNvPr id="3" name="Content Placeholder 2">
            <a:extLst>
              <a:ext uri="{FF2B5EF4-FFF2-40B4-BE49-F238E27FC236}">
                <a16:creationId xmlns:a16="http://schemas.microsoft.com/office/drawing/2014/main" id="{3E22214C-0B52-E77D-6BEC-EEC667BFC601}"/>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4" name="Content Placeholder 3">
            <a:extLst>
              <a:ext uri="{FF2B5EF4-FFF2-40B4-BE49-F238E27FC236}">
                <a16:creationId xmlns:a16="http://schemas.microsoft.com/office/drawing/2014/main" id="{2EC60CE6-BAC4-D6C1-7901-794FA70AF976}"/>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5" name="Date Placeholder 4">
            <a:extLst>
              <a:ext uri="{FF2B5EF4-FFF2-40B4-BE49-F238E27FC236}">
                <a16:creationId xmlns:a16="http://schemas.microsoft.com/office/drawing/2014/main" id="{F5223F7B-F619-887A-A18E-9CC269BE445C}"/>
              </a:ext>
            </a:extLst>
          </p:cNvPr>
          <p:cNvSpPr>
            <a:spLocks noGrp="1"/>
          </p:cNvSpPr>
          <p:nvPr>
            <p:ph type="dt" sz="half" idx="10"/>
          </p:nvPr>
        </p:nvSpPr>
        <p:spPr/>
        <p:txBody>
          <a:bodyPr/>
          <a:lstStyle/>
          <a:p>
            <a:fld id="{77035A01-6FFD-4D46-B652-19100245DAC4}" type="datetime1">
              <a:rPr lang="en-AU" smtClean="0"/>
              <a:t>20/04/2026</a:t>
            </a:fld>
            <a:endParaRPr lang="en-AU"/>
          </a:p>
        </p:txBody>
      </p:sp>
      <p:sp>
        <p:nvSpPr>
          <p:cNvPr id="6" name="Footer Placeholder 5">
            <a:extLst>
              <a:ext uri="{FF2B5EF4-FFF2-40B4-BE49-F238E27FC236}">
                <a16:creationId xmlns:a16="http://schemas.microsoft.com/office/drawing/2014/main" id="{38BD043F-FFC8-B4C6-8ED9-4A8A30157209}"/>
              </a:ext>
            </a:extLst>
          </p:cNvPr>
          <p:cNvSpPr>
            <a:spLocks noGrp="1"/>
          </p:cNvSpPr>
          <p:nvPr>
            <p:ph type="ftr" sz="quarter" idx="11"/>
          </p:nvPr>
        </p:nvSpPr>
        <p:spPr/>
        <p:txBody>
          <a:bodyPr/>
          <a:lstStyle/>
          <a:p>
            <a:endParaRPr lang="en-AU"/>
          </a:p>
        </p:txBody>
      </p:sp>
      <p:sp>
        <p:nvSpPr>
          <p:cNvPr id="7" name="Slide Number Placeholder 6">
            <a:extLst>
              <a:ext uri="{FF2B5EF4-FFF2-40B4-BE49-F238E27FC236}">
                <a16:creationId xmlns:a16="http://schemas.microsoft.com/office/drawing/2014/main" id="{8A92B86F-1247-5D5C-C9CA-5653B6392198}"/>
              </a:ext>
            </a:extLst>
          </p:cNvPr>
          <p:cNvSpPr>
            <a:spLocks noGrp="1"/>
          </p:cNvSpPr>
          <p:nvPr>
            <p:ph type="sldNum" sz="quarter" idx="12"/>
          </p:nvPr>
        </p:nvSpPr>
        <p:spPr/>
        <p:txBody>
          <a:bodyPr/>
          <a:lstStyle/>
          <a:p>
            <a:fld id="{9C045542-16FA-4226-AEB4-61E47D0A3686}" type="slidenum">
              <a:rPr lang="en-AU" smtClean="0"/>
              <a:t>‹#›</a:t>
            </a:fld>
            <a:endParaRPr lang="en-AU"/>
          </a:p>
        </p:txBody>
      </p:sp>
    </p:spTree>
    <p:extLst>
      <p:ext uri="{BB962C8B-B14F-4D97-AF65-F5344CB8AC3E}">
        <p14:creationId xmlns:p14="http://schemas.microsoft.com/office/powerpoint/2010/main" val="15001299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3721133-AB13-E9E7-808D-3D705D5658D5}"/>
              </a:ext>
            </a:extLst>
          </p:cNvPr>
          <p:cNvSpPr>
            <a:spLocks noGrp="1"/>
          </p:cNvSpPr>
          <p:nvPr>
            <p:ph type="title"/>
          </p:nvPr>
        </p:nvSpPr>
        <p:spPr>
          <a:xfrm>
            <a:off x="839788" y="365125"/>
            <a:ext cx="10515600" cy="1325563"/>
          </a:xfrm>
        </p:spPr>
        <p:txBody>
          <a:bodyPr/>
          <a:lstStyle/>
          <a:p>
            <a:r>
              <a:rPr lang="en-US"/>
              <a:t>Click to edit Master title style</a:t>
            </a:r>
            <a:endParaRPr lang="en-AU"/>
          </a:p>
        </p:txBody>
      </p:sp>
      <p:sp>
        <p:nvSpPr>
          <p:cNvPr id="3" name="Text Placeholder 2">
            <a:extLst>
              <a:ext uri="{FF2B5EF4-FFF2-40B4-BE49-F238E27FC236}">
                <a16:creationId xmlns:a16="http://schemas.microsoft.com/office/drawing/2014/main" id="{650BF3E2-983C-C45E-3CB2-47980AE185B7}"/>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4F6CC56C-E0CB-744E-E859-1ACFFCCA680C}"/>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5" name="Text Placeholder 4">
            <a:extLst>
              <a:ext uri="{FF2B5EF4-FFF2-40B4-BE49-F238E27FC236}">
                <a16:creationId xmlns:a16="http://schemas.microsoft.com/office/drawing/2014/main" id="{710E473F-E587-4044-AB41-41EFA205429C}"/>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50ABFB72-4A4A-153E-5146-C30C4770508A}"/>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7" name="Date Placeholder 6">
            <a:extLst>
              <a:ext uri="{FF2B5EF4-FFF2-40B4-BE49-F238E27FC236}">
                <a16:creationId xmlns:a16="http://schemas.microsoft.com/office/drawing/2014/main" id="{AF299B49-6D45-6D15-6190-728DD825DC4C}"/>
              </a:ext>
            </a:extLst>
          </p:cNvPr>
          <p:cNvSpPr>
            <a:spLocks noGrp="1"/>
          </p:cNvSpPr>
          <p:nvPr>
            <p:ph type="dt" sz="half" idx="10"/>
          </p:nvPr>
        </p:nvSpPr>
        <p:spPr/>
        <p:txBody>
          <a:bodyPr/>
          <a:lstStyle/>
          <a:p>
            <a:fld id="{5BD18141-3524-4573-A4D9-3DF19BB26B65}" type="datetime1">
              <a:rPr lang="en-AU" smtClean="0"/>
              <a:t>20/04/2026</a:t>
            </a:fld>
            <a:endParaRPr lang="en-AU"/>
          </a:p>
        </p:txBody>
      </p:sp>
      <p:sp>
        <p:nvSpPr>
          <p:cNvPr id="8" name="Footer Placeholder 7">
            <a:extLst>
              <a:ext uri="{FF2B5EF4-FFF2-40B4-BE49-F238E27FC236}">
                <a16:creationId xmlns:a16="http://schemas.microsoft.com/office/drawing/2014/main" id="{E4B8C701-F93B-E63A-18DA-BA18679AFC83}"/>
              </a:ext>
            </a:extLst>
          </p:cNvPr>
          <p:cNvSpPr>
            <a:spLocks noGrp="1"/>
          </p:cNvSpPr>
          <p:nvPr>
            <p:ph type="ftr" sz="quarter" idx="11"/>
          </p:nvPr>
        </p:nvSpPr>
        <p:spPr/>
        <p:txBody>
          <a:bodyPr/>
          <a:lstStyle/>
          <a:p>
            <a:endParaRPr lang="en-AU"/>
          </a:p>
        </p:txBody>
      </p:sp>
      <p:sp>
        <p:nvSpPr>
          <p:cNvPr id="9" name="Slide Number Placeholder 8">
            <a:extLst>
              <a:ext uri="{FF2B5EF4-FFF2-40B4-BE49-F238E27FC236}">
                <a16:creationId xmlns:a16="http://schemas.microsoft.com/office/drawing/2014/main" id="{846F8C8B-A57F-A63A-941B-A4E8D347B5F3}"/>
              </a:ext>
            </a:extLst>
          </p:cNvPr>
          <p:cNvSpPr>
            <a:spLocks noGrp="1"/>
          </p:cNvSpPr>
          <p:nvPr>
            <p:ph type="sldNum" sz="quarter" idx="12"/>
          </p:nvPr>
        </p:nvSpPr>
        <p:spPr/>
        <p:txBody>
          <a:bodyPr/>
          <a:lstStyle/>
          <a:p>
            <a:fld id="{9C045542-16FA-4226-AEB4-61E47D0A3686}" type="slidenum">
              <a:rPr lang="en-AU" smtClean="0"/>
              <a:t>‹#›</a:t>
            </a:fld>
            <a:endParaRPr lang="en-AU"/>
          </a:p>
        </p:txBody>
      </p:sp>
    </p:spTree>
    <p:extLst>
      <p:ext uri="{BB962C8B-B14F-4D97-AF65-F5344CB8AC3E}">
        <p14:creationId xmlns:p14="http://schemas.microsoft.com/office/powerpoint/2010/main" val="1117506373"/>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749AABC-D11A-DFA7-8796-6E8DC089B1F3}"/>
              </a:ext>
            </a:extLst>
          </p:cNvPr>
          <p:cNvSpPr>
            <a:spLocks noGrp="1"/>
          </p:cNvSpPr>
          <p:nvPr>
            <p:ph type="title"/>
          </p:nvPr>
        </p:nvSpPr>
        <p:spPr/>
        <p:txBody>
          <a:bodyPr/>
          <a:lstStyle/>
          <a:p>
            <a:r>
              <a:rPr lang="en-US"/>
              <a:t>Click to edit Master title style</a:t>
            </a:r>
            <a:endParaRPr lang="en-AU"/>
          </a:p>
        </p:txBody>
      </p:sp>
      <p:sp>
        <p:nvSpPr>
          <p:cNvPr id="3" name="Date Placeholder 2">
            <a:extLst>
              <a:ext uri="{FF2B5EF4-FFF2-40B4-BE49-F238E27FC236}">
                <a16:creationId xmlns:a16="http://schemas.microsoft.com/office/drawing/2014/main" id="{C8526FD5-10DE-E6DD-3EB8-C23F5C6A4A6A}"/>
              </a:ext>
            </a:extLst>
          </p:cNvPr>
          <p:cNvSpPr>
            <a:spLocks noGrp="1"/>
          </p:cNvSpPr>
          <p:nvPr>
            <p:ph type="dt" sz="half" idx="10"/>
          </p:nvPr>
        </p:nvSpPr>
        <p:spPr/>
        <p:txBody>
          <a:bodyPr/>
          <a:lstStyle/>
          <a:p>
            <a:fld id="{09FA7A4A-A5A5-448E-8D3D-73D7307D3E2A}" type="datetime1">
              <a:rPr lang="en-AU" smtClean="0"/>
              <a:t>20/04/2026</a:t>
            </a:fld>
            <a:endParaRPr lang="en-AU"/>
          </a:p>
        </p:txBody>
      </p:sp>
      <p:sp>
        <p:nvSpPr>
          <p:cNvPr id="4" name="Footer Placeholder 3">
            <a:extLst>
              <a:ext uri="{FF2B5EF4-FFF2-40B4-BE49-F238E27FC236}">
                <a16:creationId xmlns:a16="http://schemas.microsoft.com/office/drawing/2014/main" id="{8CF3B265-8380-1305-E4BD-F05777A93638}"/>
              </a:ext>
            </a:extLst>
          </p:cNvPr>
          <p:cNvSpPr>
            <a:spLocks noGrp="1"/>
          </p:cNvSpPr>
          <p:nvPr>
            <p:ph type="ftr" sz="quarter" idx="11"/>
          </p:nvPr>
        </p:nvSpPr>
        <p:spPr/>
        <p:txBody>
          <a:bodyPr/>
          <a:lstStyle/>
          <a:p>
            <a:endParaRPr lang="en-AU"/>
          </a:p>
        </p:txBody>
      </p:sp>
      <p:sp>
        <p:nvSpPr>
          <p:cNvPr id="5" name="Slide Number Placeholder 4">
            <a:extLst>
              <a:ext uri="{FF2B5EF4-FFF2-40B4-BE49-F238E27FC236}">
                <a16:creationId xmlns:a16="http://schemas.microsoft.com/office/drawing/2014/main" id="{EAFB644D-F1BA-F0D8-C3D5-F47F038859A7}"/>
              </a:ext>
            </a:extLst>
          </p:cNvPr>
          <p:cNvSpPr>
            <a:spLocks noGrp="1"/>
          </p:cNvSpPr>
          <p:nvPr>
            <p:ph type="sldNum" sz="quarter" idx="12"/>
          </p:nvPr>
        </p:nvSpPr>
        <p:spPr/>
        <p:txBody>
          <a:bodyPr/>
          <a:lstStyle/>
          <a:p>
            <a:fld id="{9C045542-16FA-4226-AEB4-61E47D0A3686}" type="slidenum">
              <a:rPr lang="en-AU" smtClean="0"/>
              <a:t>‹#›</a:t>
            </a:fld>
            <a:endParaRPr lang="en-AU"/>
          </a:p>
        </p:txBody>
      </p:sp>
    </p:spTree>
    <p:extLst>
      <p:ext uri="{BB962C8B-B14F-4D97-AF65-F5344CB8AC3E}">
        <p14:creationId xmlns:p14="http://schemas.microsoft.com/office/powerpoint/2010/main" val="2521771249"/>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4BB5F694-DEDC-A6C3-B403-25B9BF7C4D89}"/>
              </a:ext>
            </a:extLst>
          </p:cNvPr>
          <p:cNvSpPr>
            <a:spLocks noGrp="1"/>
          </p:cNvSpPr>
          <p:nvPr>
            <p:ph type="dt" sz="half" idx="10"/>
          </p:nvPr>
        </p:nvSpPr>
        <p:spPr/>
        <p:txBody>
          <a:bodyPr/>
          <a:lstStyle/>
          <a:p>
            <a:fld id="{554680C4-847D-407D-9F6D-7724EAF273B7}" type="datetime1">
              <a:rPr lang="en-AU" smtClean="0"/>
              <a:t>20/04/2026</a:t>
            </a:fld>
            <a:endParaRPr lang="en-AU"/>
          </a:p>
        </p:txBody>
      </p:sp>
      <p:sp>
        <p:nvSpPr>
          <p:cNvPr id="3" name="Footer Placeholder 2">
            <a:extLst>
              <a:ext uri="{FF2B5EF4-FFF2-40B4-BE49-F238E27FC236}">
                <a16:creationId xmlns:a16="http://schemas.microsoft.com/office/drawing/2014/main" id="{D10C155F-11BF-C294-4AA1-CC98003D2E8C}"/>
              </a:ext>
            </a:extLst>
          </p:cNvPr>
          <p:cNvSpPr>
            <a:spLocks noGrp="1"/>
          </p:cNvSpPr>
          <p:nvPr>
            <p:ph type="ftr" sz="quarter" idx="11"/>
          </p:nvPr>
        </p:nvSpPr>
        <p:spPr/>
        <p:txBody>
          <a:bodyPr/>
          <a:lstStyle/>
          <a:p>
            <a:endParaRPr lang="en-AU"/>
          </a:p>
        </p:txBody>
      </p:sp>
      <p:sp>
        <p:nvSpPr>
          <p:cNvPr id="4" name="Slide Number Placeholder 3">
            <a:extLst>
              <a:ext uri="{FF2B5EF4-FFF2-40B4-BE49-F238E27FC236}">
                <a16:creationId xmlns:a16="http://schemas.microsoft.com/office/drawing/2014/main" id="{48C35453-864F-C5F2-17C1-88BB33121274}"/>
              </a:ext>
            </a:extLst>
          </p:cNvPr>
          <p:cNvSpPr>
            <a:spLocks noGrp="1"/>
          </p:cNvSpPr>
          <p:nvPr>
            <p:ph type="sldNum" sz="quarter" idx="12"/>
          </p:nvPr>
        </p:nvSpPr>
        <p:spPr/>
        <p:txBody>
          <a:bodyPr/>
          <a:lstStyle/>
          <a:p>
            <a:fld id="{9C045542-16FA-4226-AEB4-61E47D0A3686}" type="slidenum">
              <a:rPr lang="en-AU" smtClean="0"/>
              <a:t>‹#›</a:t>
            </a:fld>
            <a:endParaRPr lang="en-AU"/>
          </a:p>
        </p:txBody>
      </p:sp>
    </p:spTree>
    <p:extLst>
      <p:ext uri="{BB962C8B-B14F-4D97-AF65-F5344CB8AC3E}">
        <p14:creationId xmlns:p14="http://schemas.microsoft.com/office/powerpoint/2010/main" val="176000223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EF026E7-F638-853C-7B65-43C4C02E2ABF}"/>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AU"/>
          </a:p>
        </p:txBody>
      </p:sp>
      <p:sp>
        <p:nvSpPr>
          <p:cNvPr id="3" name="Content Placeholder 2">
            <a:extLst>
              <a:ext uri="{FF2B5EF4-FFF2-40B4-BE49-F238E27FC236}">
                <a16:creationId xmlns:a16="http://schemas.microsoft.com/office/drawing/2014/main" id="{F9B8A88F-A1B1-8911-58C2-7D7BA923C7B9}"/>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4" name="Text Placeholder 3">
            <a:extLst>
              <a:ext uri="{FF2B5EF4-FFF2-40B4-BE49-F238E27FC236}">
                <a16:creationId xmlns:a16="http://schemas.microsoft.com/office/drawing/2014/main" id="{43806E63-5820-BEFD-8484-AD29D6EFD407}"/>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4ECB61FE-C571-A57A-BED6-D5BA55F11BE2}"/>
              </a:ext>
            </a:extLst>
          </p:cNvPr>
          <p:cNvSpPr>
            <a:spLocks noGrp="1"/>
          </p:cNvSpPr>
          <p:nvPr>
            <p:ph type="dt" sz="half" idx="10"/>
          </p:nvPr>
        </p:nvSpPr>
        <p:spPr/>
        <p:txBody>
          <a:bodyPr/>
          <a:lstStyle/>
          <a:p>
            <a:fld id="{E3434D61-1A14-4D3E-BCB8-657AA9B01B2A}" type="datetime1">
              <a:rPr lang="en-AU" smtClean="0"/>
              <a:t>20/04/2026</a:t>
            </a:fld>
            <a:endParaRPr lang="en-AU"/>
          </a:p>
        </p:txBody>
      </p:sp>
      <p:sp>
        <p:nvSpPr>
          <p:cNvPr id="6" name="Footer Placeholder 5">
            <a:extLst>
              <a:ext uri="{FF2B5EF4-FFF2-40B4-BE49-F238E27FC236}">
                <a16:creationId xmlns:a16="http://schemas.microsoft.com/office/drawing/2014/main" id="{E3A6B788-D65D-63EA-B174-929D9DE13BBE}"/>
              </a:ext>
            </a:extLst>
          </p:cNvPr>
          <p:cNvSpPr>
            <a:spLocks noGrp="1"/>
          </p:cNvSpPr>
          <p:nvPr>
            <p:ph type="ftr" sz="quarter" idx="11"/>
          </p:nvPr>
        </p:nvSpPr>
        <p:spPr/>
        <p:txBody>
          <a:bodyPr/>
          <a:lstStyle/>
          <a:p>
            <a:endParaRPr lang="en-AU"/>
          </a:p>
        </p:txBody>
      </p:sp>
      <p:sp>
        <p:nvSpPr>
          <p:cNvPr id="7" name="Slide Number Placeholder 6">
            <a:extLst>
              <a:ext uri="{FF2B5EF4-FFF2-40B4-BE49-F238E27FC236}">
                <a16:creationId xmlns:a16="http://schemas.microsoft.com/office/drawing/2014/main" id="{00FA4CCE-A6DA-D66C-38CA-A4A89C4FCFE0}"/>
              </a:ext>
            </a:extLst>
          </p:cNvPr>
          <p:cNvSpPr>
            <a:spLocks noGrp="1"/>
          </p:cNvSpPr>
          <p:nvPr>
            <p:ph type="sldNum" sz="quarter" idx="12"/>
          </p:nvPr>
        </p:nvSpPr>
        <p:spPr/>
        <p:txBody>
          <a:bodyPr/>
          <a:lstStyle/>
          <a:p>
            <a:fld id="{9C045542-16FA-4226-AEB4-61E47D0A3686}" type="slidenum">
              <a:rPr lang="en-AU" smtClean="0"/>
              <a:t>‹#›</a:t>
            </a:fld>
            <a:endParaRPr lang="en-AU"/>
          </a:p>
        </p:txBody>
      </p:sp>
    </p:spTree>
    <p:extLst>
      <p:ext uri="{BB962C8B-B14F-4D97-AF65-F5344CB8AC3E}">
        <p14:creationId xmlns:p14="http://schemas.microsoft.com/office/powerpoint/2010/main" val="141189151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B1C8CC8-65D3-08AC-79F6-9D995130DC30}"/>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AU"/>
          </a:p>
        </p:txBody>
      </p:sp>
      <p:sp>
        <p:nvSpPr>
          <p:cNvPr id="3" name="Picture Placeholder 2">
            <a:extLst>
              <a:ext uri="{FF2B5EF4-FFF2-40B4-BE49-F238E27FC236}">
                <a16:creationId xmlns:a16="http://schemas.microsoft.com/office/drawing/2014/main" id="{E768FB15-8AFE-5F07-0D1C-B7642CFF007E}"/>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AU"/>
          </a:p>
        </p:txBody>
      </p:sp>
      <p:sp>
        <p:nvSpPr>
          <p:cNvPr id="4" name="Text Placeholder 3">
            <a:extLst>
              <a:ext uri="{FF2B5EF4-FFF2-40B4-BE49-F238E27FC236}">
                <a16:creationId xmlns:a16="http://schemas.microsoft.com/office/drawing/2014/main" id="{9CA248E3-01DC-B6EB-903D-CD402022CD61}"/>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A45E98BE-1CB0-C582-8A3C-622335CF625F}"/>
              </a:ext>
            </a:extLst>
          </p:cNvPr>
          <p:cNvSpPr>
            <a:spLocks noGrp="1"/>
          </p:cNvSpPr>
          <p:nvPr>
            <p:ph type="dt" sz="half" idx="10"/>
          </p:nvPr>
        </p:nvSpPr>
        <p:spPr/>
        <p:txBody>
          <a:bodyPr/>
          <a:lstStyle/>
          <a:p>
            <a:fld id="{100C1F26-DC41-4676-9A8C-A9C42AEA0B18}" type="datetime1">
              <a:rPr lang="en-AU" smtClean="0"/>
              <a:t>20/04/2026</a:t>
            </a:fld>
            <a:endParaRPr lang="en-AU"/>
          </a:p>
        </p:txBody>
      </p:sp>
      <p:sp>
        <p:nvSpPr>
          <p:cNvPr id="6" name="Footer Placeholder 5">
            <a:extLst>
              <a:ext uri="{FF2B5EF4-FFF2-40B4-BE49-F238E27FC236}">
                <a16:creationId xmlns:a16="http://schemas.microsoft.com/office/drawing/2014/main" id="{ACC6B040-E069-9C70-953E-F45D558C103A}"/>
              </a:ext>
            </a:extLst>
          </p:cNvPr>
          <p:cNvSpPr>
            <a:spLocks noGrp="1"/>
          </p:cNvSpPr>
          <p:nvPr>
            <p:ph type="ftr" sz="quarter" idx="11"/>
          </p:nvPr>
        </p:nvSpPr>
        <p:spPr/>
        <p:txBody>
          <a:bodyPr/>
          <a:lstStyle/>
          <a:p>
            <a:endParaRPr lang="en-AU"/>
          </a:p>
        </p:txBody>
      </p:sp>
      <p:sp>
        <p:nvSpPr>
          <p:cNvPr id="7" name="Slide Number Placeholder 6">
            <a:extLst>
              <a:ext uri="{FF2B5EF4-FFF2-40B4-BE49-F238E27FC236}">
                <a16:creationId xmlns:a16="http://schemas.microsoft.com/office/drawing/2014/main" id="{E065786D-C758-2AD7-D361-4A9000683986}"/>
              </a:ext>
            </a:extLst>
          </p:cNvPr>
          <p:cNvSpPr>
            <a:spLocks noGrp="1"/>
          </p:cNvSpPr>
          <p:nvPr>
            <p:ph type="sldNum" sz="quarter" idx="12"/>
          </p:nvPr>
        </p:nvSpPr>
        <p:spPr/>
        <p:txBody>
          <a:bodyPr/>
          <a:lstStyle/>
          <a:p>
            <a:fld id="{9C045542-16FA-4226-AEB4-61E47D0A3686}" type="slidenum">
              <a:rPr lang="en-AU" smtClean="0"/>
              <a:t>‹#›</a:t>
            </a:fld>
            <a:endParaRPr lang="en-AU"/>
          </a:p>
        </p:txBody>
      </p:sp>
    </p:spTree>
    <p:extLst>
      <p:ext uri="{BB962C8B-B14F-4D97-AF65-F5344CB8AC3E}">
        <p14:creationId xmlns:p14="http://schemas.microsoft.com/office/powerpoint/2010/main" val="268359894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E500C52-07F1-8200-D0DC-898C13A8CEE8}"/>
              </a:ext>
            </a:extLst>
          </p:cNvPr>
          <p:cNvSpPr>
            <a:spLocks noGrp="1"/>
          </p:cNvSpPr>
          <p:nvPr>
            <p:ph type="title"/>
          </p:nvPr>
        </p:nvSpPr>
        <p:spPr/>
        <p:txBody>
          <a:bodyPr/>
          <a:lstStyle/>
          <a:p>
            <a:r>
              <a:rPr lang="en-US"/>
              <a:t>Click to edit Master title style</a:t>
            </a:r>
            <a:endParaRPr lang="en-AU"/>
          </a:p>
        </p:txBody>
      </p:sp>
      <p:sp>
        <p:nvSpPr>
          <p:cNvPr id="3" name="Vertical Text Placeholder 2">
            <a:extLst>
              <a:ext uri="{FF2B5EF4-FFF2-40B4-BE49-F238E27FC236}">
                <a16:creationId xmlns:a16="http://schemas.microsoft.com/office/drawing/2014/main" id="{69F294D7-E230-3511-1212-23AD212F4F86}"/>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4" name="Date Placeholder 3">
            <a:extLst>
              <a:ext uri="{FF2B5EF4-FFF2-40B4-BE49-F238E27FC236}">
                <a16:creationId xmlns:a16="http://schemas.microsoft.com/office/drawing/2014/main" id="{19C862FF-BC9D-3384-9D1D-622A13C067E2}"/>
              </a:ext>
            </a:extLst>
          </p:cNvPr>
          <p:cNvSpPr>
            <a:spLocks noGrp="1"/>
          </p:cNvSpPr>
          <p:nvPr>
            <p:ph type="dt" sz="half" idx="10"/>
          </p:nvPr>
        </p:nvSpPr>
        <p:spPr/>
        <p:txBody>
          <a:bodyPr/>
          <a:lstStyle/>
          <a:p>
            <a:fld id="{F901EF7E-0D07-468E-9199-9CAA2292480B}" type="datetime1">
              <a:rPr lang="en-AU" smtClean="0"/>
              <a:t>20/04/2026</a:t>
            </a:fld>
            <a:endParaRPr lang="en-AU"/>
          </a:p>
        </p:txBody>
      </p:sp>
      <p:sp>
        <p:nvSpPr>
          <p:cNvPr id="5" name="Footer Placeholder 4">
            <a:extLst>
              <a:ext uri="{FF2B5EF4-FFF2-40B4-BE49-F238E27FC236}">
                <a16:creationId xmlns:a16="http://schemas.microsoft.com/office/drawing/2014/main" id="{68585956-FF6D-5D2C-2529-D3698A2955ED}"/>
              </a:ext>
            </a:extLst>
          </p:cNvPr>
          <p:cNvSpPr>
            <a:spLocks noGrp="1"/>
          </p:cNvSpPr>
          <p:nvPr>
            <p:ph type="ftr" sz="quarter" idx="11"/>
          </p:nvPr>
        </p:nvSpPr>
        <p:spPr/>
        <p:txBody>
          <a:bodyPr/>
          <a:lstStyle/>
          <a:p>
            <a:endParaRPr lang="en-AU"/>
          </a:p>
        </p:txBody>
      </p:sp>
      <p:sp>
        <p:nvSpPr>
          <p:cNvPr id="6" name="Slide Number Placeholder 5">
            <a:extLst>
              <a:ext uri="{FF2B5EF4-FFF2-40B4-BE49-F238E27FC236}">
                <a16:creationId xmlns:a16="http://schemas.microsoft.com/office/drawing/2014/main" id="{961E4E19-AFC2-FE11-FF15-FA9F1F5018CB}"/>
              </a:ext>
            </a:extLst>
          </p:cNvPr>
          <p:cNvSpPr>
            <a:spLocks noGrp="1"/>
          </p:cNvSpPr>
          <p:nvPr>
            <p:ph type="sldNum" sz="quarter" idx="12"/>
          </p:nvPr>
        </p:nvSpPr>
        <p:spPr/>
        <p:txBody>
          <a:bodyPr/>
          <a:lstStyle/>
          <a:p>
            <a:fld id="{9C045542-16FA-4226-AEB4-61E47D0A3686}" type="slidenum">
              <a:rPr lang="en-AU" smtClean="0"/>
              <a:t>‹#›</a:t>
            </a:fld>
            <a:endParaRPr lang="en-AU"/>
          </a:p>
        </p:txBody>
      </p:sp>
    </p:spTree>
    <p:extLst>
      <p:ext uri="{BB962C8B-B14F-4D97-AF65-F5344CB8AC3E}">
        <p14:creationId xmlns:p14="http://schemas.microsoft.com/office/powerpoint/2010/main" val="2487089629"/>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91AC15E6-4447-CCE9-50C3-FD076437A6AA}"/>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en-AU"/>
          </a:p>
        </p:txBody>
      </p:sp>
      <p:sp>
        <p:nvSpPr>
          <p:cNvPr id="3" name="Vertical Text Placeholder 2">
            <a:extLst>
              <a:ext uri="{FF2B5EF4-FFF2-40B4-BE49-F238E27FC236}">
                <a16:creationId xmlns:a16="http://schemas.microsoft.com/office/drawing/2014/main" id="{FC3E827B-74E7-483A-E75D-64595C9E0603}"/>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4" name="Date Placeholder 3">
            <a:extLst>
              <a:ext uri="{FF2B5EF4-FFF2-40B4-BE49-F238E27FC236}">
                <a16:creationId xmlns:a16="http://schemas.microsoft.com/office/drawing/2014/main" id="{155BFEF0-3D59-D67A-A243-438EED7C0B83}"/>
              </a:ext>
            </a:extLst>
          </p:cNvPr>
          <p:cNvSpPr>
            <a:spLocks noGrp="1"/>
          </p:cNvSpPr>
          <p:nvPr>
            <p:ph type="dt" sz="half" idx="10"/>
          </p:nvPr>
        </p:nvSpPr>
        <p:spPr/>
        <p:txBody>
          <a:bodyPr/>
          <a:lstStyle/>
          <a:p>
            <a:fld id="{B0406FED-A910-4DF0-AA19-BFAD69440E90}" type="datetime1">
              <a:rPr lang="en-AU" smtClean="0"/>
              <a:t>20/04/2026</a:t>
            </a:fld>
            <a:endParaRPr lang="en-AU"/>
          </a:p>
        </p:txBody>
      </p:sp>
      <p:sp>
        <p:nvSpPr>
          <p:cNvPr id="5" name="Footer Placeholder 4">
            <a:extLst>
              <a:ext uri="{FF2B5EF4-FFF2-40B4-BE49-F238E27FC236}">
                <a16:creationId xmlns:a16="http://schemas.microsoft.com/office/drawing/2014/main" id="{EA47E762-A489-F28C-1E57-5C796BEAB4EA}"/>
              </a:ext>
            </a:extLst>
          </p:cNvPr>
          <p:cNvSpPr>
            <a:spLocks noGrp="1"/>
          </p:cNvSpPr>
          <p:nvPr>
            <p:ph type="ftr" sz="quarter" idx="11"/>
          </p:nvPr>
        </p:nvSpPr>
        <p:spPr/>
        <p:txBody>
          <a:bodyPr/>
          <a:lstStyle/>
          <a:p>
            <a:endParaRPr lang="en-AU"/>
          </a:p>
        </p:txBody>
      </p:sp>
      <p:sp>
        <p:nvSpPr>
          <p:cNvPr id="6" name="Slide Number Placeholder 5">
            <a:extLst>
              <a:ext uri="{FF2B5EF4-FFF2-40B4-BE49-F238E27FC236}">
                <a16:creationId xmlns:a16="http://schemas.microsoft.com/office/drawing/2014/main" id="{E2B26DDE-6841-48E5-4573-D9B40B55C497}"/>
              </a:ext>
            </a:extLst>
          </p:cNvPr>
          <p:cNvSpPr>
            <a:spLocks noGrp="1"/>
          </p:cNvSpPr>
          <p:nvPr>
            <p:ph type="sldNum" sz="quarter" idx="12"/>
          </p:nvPr>
        </p:nvSpPr>
        <p:spPr/>
        <p:txBody>
          <a:bodyPr/>
          <a:lstStyle/>
          <a:p>
            <a:fld id="{9C045542-16FA-4226-AEB4-61E47D0A3686}" type="slidenum">
              <a:rPr lang="en-AU" smtClean="0"/>
              <a:t>‹#›</a:t>
            </a:fld>
            <a:endParaRPr lang="en-AU"/>
          </a:p>
        </p:txBody>
      </p:sp>
    </p:spTree>
    <p:extLst>
      <p:ext uri="{BB962C8B-B14F-4D97-AF65-F5344CB8AC3E}">
        <p14:creationId xmlns:p14="http://schemas.microsoft.com/office/powerpoint/2010/main" val="357915725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0124BE47-DB8E-699C-2763-F77EB3E3521A}"/>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AU"/>
          </a:p>
        </p:txBody>
      </p:sp>
      <p:sp>
        <p:nvSpPr>
          <p:cNvPr id="3" name="Text Placeholder 2">
            <a:extLst>
              <a:ext uri="{FF2B5EF4-FFF2-40B4-BE49-F238E27FC236}">
                <a16:creationId xmlns:a16="http://schemas.microsoft.com/office/drawing/2014/main" id="{934DF0D2-48E4-CF2D-3AD3-0F9CB81BFCDE}"/>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4" name="Date Placeholder 3">
            <a:extLst>
              <a:ext uri="{FF2B5EF4-FFF2-40B4-BE49-F238E27FC236}">
                <a16:creationId xmlns:a16="http://schemas.microsoft.com/office/drawing/2014/main" id="{E79B67C5-EF88-D7EB-D84D-2E36F754971D}"/>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6D249E5D-CC30-48BA-A2A1-2B2106A32E6C}" type="datetime1">
              <a:rPr lang="en-AU" smtClean="0"/>
              <a:t>20/04/2026</a:t>
            </a:fld>
            <a:endParaRPr lang="en-AU"/>
          </a:p>
        </p:txBody>
      </p:sp>
      <p:sp>
        <p:nvSpPr>
          <p:cNvPr id="5" name="Footer Placeholder 4">
            <a:extLst>
              <a:ext uri="{FF2B5EF4-FFF2-40B4-BE49-F238E27FC236}">
                <a16:creationId xmlns:a16="http://schemas.microsoft.com/office/drawing/2014/main" id="{9737054A-7FD5-EC61-9A9A-9EC742589DA8}"/>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AU"/>
          </a:p>
        </p:txBody>
      </p:sp>
      <p:sp>
        <p:nvSpPr>
          <p:cNvPr id="6" name="Slide Number Placeholder 5">
            <a:extLst>
              <a:ext uri="{FF2B5EF4-FFF2-40B4-BE49-F238E27FC236}">
                <a16:creationId xmlns:a16="http://schemas.microsoft.com/office/drawing/2014/main" id="{06BB3C53-E4AE-E227-D4FE-3E8ABBD7EC21}"/>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9C045542-16FA-4226-AEB4-61E47D0A3686}" type="slidenum">
              <a:rPr lang="en-AU" smtClean="0"/>
              <a:t>‹#›</a:t>
            </a:fld>
            <a:endParaRPr lang="en-AU"/>
          </a:p>
        </p:txBody>
      </p:sp>
    </p:spTree>
    <p:extLst>
      <p:ext uri="{BB962C8B-B14F-4D97-AF65-F5344CB8AC3E}">
        <p14:creationId xmlns:p14="http://schemas.microsoft.com/office/powerpoint/2010/main" val="2276782154"/>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sldNum="0" hdr="0" ftr="0" dt="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image" Target="../media/image1.png"/><Relationship Id="rId1" Type="http://schemas.openxmlformats.org/officeDocument/2006/relationships/slideLayout" Target="../slideLayouts/slideLayout2.xml"/><Relationship Id="rId4" Type="http://schemas.openxmlformats.org/officeDocument/2006/relationships/image" Target="../media/image3.jpg"/></Relationships>
</file>

<file path=ppt/slides/_rels/slide5.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image" Target="../media/image1.png"/><Relationship Id="rId1" Type="http://schemas.openxmlformats.org/officeDocument/2006/relationships/slideLayout" Target="../slideLayouts/slideLayout2.xml"/><Relationship Id="rId5" Type="http://schemas.openxmlformats.org/officeDocument/2006/relationships/image" Target="../media/image4.jpg"/><Relationship Id="rId4" Type="http://schemas.openxmlformats.org/officeDocument/2006/relationships/image" Target="../media/image3.jpg"/></Relationships>
</file>

<file path=ppt/slides/_rels/slide6.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1.png"/><Relationship Id="rId1" Type="http://schemas.openxmlformats.org/officeDocument/2006/relationships/slideLayout" Target="../slideLayouts/slideLayout2.xml"/><Relationship Id="rId4" Type="http://schemas.openxmlformats.org/officeDocument/2006/relationships/image" Target="../media/image5.tmp"/></Relationships>
</file>

<file path=ppt/slides/_rels/slide8.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4B62EB1F-E0B3-9602-7525-1B122AC29460}"/>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2" name="Title 1">
            <a:extLst>
              <a:ext uri="{FF2B5EF4-FFF2-40B4-BE49-F238E27FC236}">
                <a16:creationId xmlns:a16="http://schemas.microsoft.com/office/drawing/2014/main" id="{1D5609F3-5AF0-589B-F696-0B21E04FE20F}"/>
              </a:ext>
            </a:extLst>
          </p:cNvPr>
          <p:cNvSpPr>
            <a:spLocks noGrp="1"/>
          </p:cNvSpPr>
          <p:nvPr>
            <p:ph type="ctrTitle"/>
          </p:nvPr>
        </p:nvSpPr>
        <p:spPr/>
        <p:txBody>
          <a:bodyPr/>
          <a:lstStyle/>
          <a:p>
            <a:r>
              <a:rPr lang="en-AU" dirty="0"/>
              <a:t>A Review of Early Excess Flux SNe Ia and Their Hosts   </a:t>
            </a:r>
          </a:p>
        </p:txBody>
      </p:sp>
      <p:sp>
        <p:nvSpPr>
          <p:cNvPr id="3" name="Subtitle 2">
            <a:extLst>
              <a:ext uri="{FF2B5EF4-FFF2-40B4-BE49-F238E27FC236}">
                <a16:creationId xmlns:a16="http://schemas.microsoft.com/office/drawing/2014/main" id="{5E2C3DB3-E7FF-EFF5-24BF-8C42BBF42D8D}"/>
              </a:ext>
            </a:extLst>
          </p:cNvPr>
          <p:cNvSpPr>
            <a:spLocks noGrp="1"/>
          </p:cNvSpPr>
          <p:nvPr>
            <p:ph type="subTitle" idx="1"/>
          </p:nvPr>
        </p:nvSpPr>
        <p:spPr/>
        <p:txBody>
          <a:bodyPr/>
          <a:lstStyle/>
          <a:p>
            <a:r>
              <a:rPr lang="en-AU" dirty="0"/>
              <a:t>Riley Webster </a:t>
            </a:r>
            <a:r>
              <a:rPr lang="en-AU"/>
              <a:t>and Anais Möller</a:t>
            </a:r>
            <a:endParaRPr lang="en-AU" dirty="0"/>
          </a:p>
          <a:p>
            <a:r>
              <a:rPr lang="en-AU" dirty="0"/>
              <a:t>Honours Project A</a:t>
            </a:r>
          </a:p>
          <a:p>
            <a:r>
              <a:rPr lang="en-AU" dirty="0"/>
              <a:t>Semester 1, 2026 </a:t>
            </a:r>
          </a:p>
        </p:txBody>
      </p:sp>
    </p:spTree>
    <p:extLst>
      <p:ext uri="{BB962C8B-B14F-4D97-AF65-F5344CB8AC3E}">
        <p14:creationId xmlns:p14="http://schemas.microsoft.com/office/powerpoint/2010/main" val="163145139"/>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BAF6EEB9-0E96-B71E-0C10-36510AE026AA}"/>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2" name="Title 1">
            <a:extLst>
              <a:ext uri="{FF2B5EF4-FFF2-40B4-BE49-F238E27FC236}">
                <a16:creationId xmlns:a16="http://schemas.microsoft.com/office/drawing/2014/main" id="{5B89B038-8363-B96F-495F-88435C555673}"/>
              </a:ext>
            </a:extLst>
          </p:cNvPr>
          <p:cNvSpPr>
            <a:spLocks noGrp="1"/>
          </p:cNvSpPr>
          <p:nvPr>
            <p:ph type="title"/>
          </p:nvPr>
        </p:nvSpPr>
        <p:spPr/>
        <p:txBody>
          <a:bodyPr/>
          <a:lstStyle/>
          <a:p>
            <a:r>
              <a:rPr lang="en-AU" dirty="0"/>
              <a:t>Introduction	</a:t>
            </a:r>
          </a:p>
        </p:txBody>
      </p:sp>
      <p:sp>
        <p:nvSpPr>
          <p:cNvPr id="3" name="Content Placeholder 2">
            <a:extLst>
              <a:ext uri="{FF2B5EF4-FFF2-40B4-BE49-F238E27FC236}">
                <a16:creationId xmlns:a16="http://schemas.microsoft.com/office/drawing/2014/main" id="{666E6B7E-5F4D-C790-CFFB-1CF279E0EF64}"/>
              </a:ext>
            </a:extLst>
          </p:cNvPr>
          <p:cNvSpPr>
            <a:spLocks noGrp="1"/>
          </p:cNvSpPr>
          <p:nvPr>
            <p:ph idx="1"/>
          </p:nvPr>
        </p:nvSpPr>
        <p:spPr>
          <a:xfrm>
            <a:off x="838200" y="1825625"/>
            <a:ext cx="9787128" cy="4351338"/>
          </a:xfrm>
        </p:spPr>
        <p:txBody>
          <a:bodyPr>
            <a:normAutofit/>
          </a:bodyPr>
          <a:lstStyle/>
          <a:p>
            <a:r>
              <a:rPr lang="en-AU" dirty="0"/>
              <a:t>SNe Ia are standardizable candles.</a:t>
            </a:r>
          </a:p>
          <a:p>
            <a:endParaRPr lang="en-AU" dirty="0"/>
          </a:p>
          <a:p>
            <a:endParaRPr lang="en-AU" dirty="0"/>
          </a:p>
          <a:p>
            <a:endParaRPr lang="en-AU" dirty="0"/>
          </a:p>
          <a:p>
            <a:endParaRPr lang="en-AU" dirty="0"/>
          </a:p>
          <a:p>
            <a:endParaRPr lang="en-AU" dirty="0"/>
          </a:p>
          <a:p>
            <a:endParaRPr lang="en-AU" dirty="0"/>
          </a:p>
        </p:txBody>
      </p:sp>
    </p:spTree>
    <p:extLst>
      <p:ext uri="{BB962C8B-B14F-4D97-AF65-F5344CB8AC3E}">
        <p14:creationId xmlns:p14="http://schemas.microsoft.com/office/powerpoint/2010/main" val="298570547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0FDC1BE-A888-BAA9-4DD2-8F7B94A3FC91}"/>
            </a:ext>
          </a:extLst>
        </p:cNvPr>
        <p:cNvGrpSpPr/>
        <p:nvPr/>
      </p:nvGrpSpPr>
      <p:grpSpPr>
        <a:xfrm>
          <a:off x="0" y="0"/>
          <a:ext cx="0" cy="0"/>
          <a:chOff x="0" y="0"/>
          <a:chExt cx="0" cy="0"/>
        </a:xfrm>
      </p:grpSpPr>
      <p:pic>
        <p:nvPicPr>
          <p:cNvPr id="4" name="Picture 3">
            <a:extLst>
              <a:ext uri="{FF2B5EF4-FFF2-40B4-BE49-F238E27FC236}">
                <a16:creationId xmlns:a16="http://schemas.microsoft.com/office/drawing/2014/main" id="{34F08E1A-6A47-E455-29A2-A2716FE60144}"/>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2" name="Title 1">
            <a:extLst>
              <a:ext uri="{FF2B5EF4-FFF2-40B4-BE49-F238E27FC236}">
                <a16:creationId xmlns:a16="http://schemas.microsoft.com/office/drawing/2014/main" id="{4164BBA5-5CBC-84F5-E30F-9007B07E9DCF}"/>
              </a:ext>
            </a:extLst>
          </p:cNvPr>
          <p:cNvSpPr>
            <a:spLocks noGrp="1"/>
          </p:cNvSpPr>
          <p:nvPr>
            <p:ph type="title"/>
          </p:nvPr>
        </p:nvSpPr>
        <p:spPr/>
        <p:txBody>
          <a:bodyPr/>
          <a:lstStyle/>
          <a:p>
            <a:r>
              <a:rPr lang="en-AU" dirty="0"/>
              <a:t>Introduction	</a:t>
            </a:r>
          </a:p>
        </p:txBody>
      </p:sp>
      <p:sp>
        <p:nvSpPr>
          <p:cNvPr id="3" name="Content Placeholder 2">
            <a:extLst>
              <a:ext uri="{FF2B5EF4-FFF2-40B4-BE49-F238E27FC236}">
                <a16:creationId xmlns:a16="http://schemas.microsoft.com/office/drawing/2014/main" id="{F7D1FA77-E156-B226-EA4E-58E475A1FC85}"/>
              </a:ext>
            </a:extLst>
          </p:cNvPr>
          <p:cNvSpPr>
            <a:spLocks noGrp="1"/>
          </p:cNvSpPr>
          <p:nvPr>
            <p:ph idx="1"/>
          </p:nvPr>
        </p:nvSpPr>
        <p:spPr>
          <a:xfrm>
            <a:off x="838200" y="1825625"/>
            <a:ext cx="9787128" cy="4351338"/>
          </a:xfrm>
        </p:spPr>
        <p:txBody>
          <a:bodyPr>
            <a:normAutofit/>
          </a:bodyPr>
          <a:lstStyle/>
          <a:p>
            <a:r>
              <a:rPr lang="en-AU" dirty="0"/>
              <a:t>SNe Ia are standardizable candles.</a:t>
            </a:r>
          </a:p>
          <a:p>
            <a:endParaRPr lang="en-AU" dirty="0"/>
          </a:p>
          <a:p>
            <a:endParaRPr lang="en-AU" dirty="0"/>
          </a:p>
          <a:p>
            <a:endParaRPr lang="en-AU" dirty="0"/>
          </a:p>
          <a:p>
            <a:endParaRPr lang="en-AU" dirty="0"/>
          </a:p>
          <a:p>
            <a:endParaRPr lang="en-AU" dirty="0"/>
          </a:p>
          <a:p>
            <a:endParaRPr lang="en-AU" dirty="0"/>
          </a:p>
        </p:txBody>
      </p:sp>
      <p:pic>
        <p:nvPicPr>
          <p:cNvPr id="6" name="Picture 5">
            <a:extLst>
              <a:ext uri="{FF2B5EF4-FFF2-40B4-BE49-F238E27FC236}">
                <a16:creationId xmlns:a16="http://schemas.microsoft.com/office/drawing/2014/main" id="{500635EF-93ED-06E6-79FD-853142D2A0DD}"/>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802280" y="2853257"/>
            <a:ext cx="4401473" cy="2480413"/>
          </a:xfrm>
          <a:prstGeom prst="rect">
            <a:avLst/>
          </a:prstGeom>
        </p:spPr>
      </p:pic>
      <p:sp>
        <p:nvSpPr>
          <p:cNvPr id="8" name="TextBox 7">
            <a:extLst>
              <a:ext uri="{FF2B5EF4-FFF2-40B4-BE49-F238E27FC236}">
                <a16:creationId xmlns:a16="http://schemas.microsoft.com/office/drawing/2014/main" id="{CEBDF837-8BAE-9C24-BAB1-BA1746C432FD}"/>
              </a:ext>
            </a:extLst>
          </p:cNvPr>
          <p:cNvSpPr txBox="1"/>
          <p:nvPr/>
        </p:nvSpPr>
        <p:spPr>
          <a:xfrm>
            <a:off x="3688819" y="5385984"/>
            <a:ext cx="6136952" cy="369332"/>
          </a:xfrm>
          <a:prstGeom prst="rect">
            <a:avLst/>
          </a:prstGeom>
          <a:noFill/>
        </p:spPr>
        <p:txBody>
          <a:bodyPr wrap="square">
            <a:spAutoFit/>
          </a:bodyPr>
          <a:lstStyle/>
          <a:p>
            <a:r>
              <a:rPr lang="en-US"/>
              <a:t>(“Accelerating Expansion of the Universe,” 2026)</a:t>
            </a:r>
            <a:endParaRPr lang="en-AU" dirty="0"/>
          </a:p>
        </p:txBody>
      </p:sp>
    </p:spTree>
    <p:extLst>
      <p:ext uri="{BB962C8B-B14F-4D97-AF65-F5344CB8AC3E}">
        <p14:creationId xmlns:p14="http://schemas.microsoft.com/office/powerpoint/2010/main" val="155514983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2D40D70-0B87-C718-C1F3-DBAEDA575E75}"/>
            </a:ext>
          </a:extLst>
        </p:cNvPr>
        <p:cNvGrpSpPr/>
        <p:nvPr/>
      </p:nvGrpSpPr>
      <p:grpSpPr>
        <a:xfrm>
          <a:off x="0" y="0"/>
          <a:ext cx="0" cy="0"/>
          <a:chOff x="0" y="0"/>
          <a:chExt cx="0" cy="0"/>
        </a:xfrm>
      </p:grpSpPr>
      <p:pic>
        <p:nvPicPr>
          <p:cNvPr id="4" name="Picture 3">
            <a:extLst>
              <a:ext uri="{FF2B5EF4-FFF2-40B4-BE49-F238E27FC236}">
                <a16:creationId xmlns:a16="http://schemas.microsoft.com/office/drawing/2014/main" id="{813A4E71-8744-2022-9278-0C2494916B99}"/>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2" name="Title 1">
            <a:extLst>
              <a:ext uri="{FF2B5EF4-FFF2-40B4-BE49-F238E27FC236}">
                <a16:creationId xmlns:a16="http://schemas.microsoft.com/office/drawing/2014/main" id="{379E3798-863F-D885-70AC-276D7107990C}"/>
              </a:ext>
            </a:extLst>
          </p:cNvPr>
          <p:cNvSpPr>
            <a:spLocks noGrp="1"/>
          </p:cNvSpPr>
          <p:nvPr>
            <p:ph type="title"/>
          </p:nvPr>
        </p:nvSpPr>
        <p:spPr/>
        <p:txBody>
          <a:bodyPr/>
          <a:lstStyle/>
          <a:p>
            <a:r>
              <a:rPr lang="en-AU" dirty="0"/>
              <a:t>Introduction	</a:t>
            </a:r>
          </a:p>
        </p:txBody>
      </p:sp>
      <p:sp>
        <p:nvSpPr>
          <p:cNvPr id="3" name="Content Placeholder 2">
            <a:extLst>
              <a:ext uri="{FF2B5EF4-FFF2-40B4-BE49-F238E27FC236}">
                <a16:creationId xmlns:a16="http://schemas.microsoft.com/office/drawing/2014/main" id="{D5FC0C8F-ED85-53D4-6C92-BCEC969B49A1}"/>
              </a:ext>
            </a:extLst>
          </p:cNvPr>
          <p:cNvSpPr>
            <a:spLocks noGrp="1"/>
          </p:cNvSpPr>
          <p:nvPr>
            <p:ph idx="1"/>
          </p:nvPr>
        </p:nvSpPr>
        <p:spPr>
          <a:xfrm>
            <a:off x="838200" y="1825625"/>
            <a:ext cx="9787128" cy="4351338"/>
          </a:xfrm>
        </p:spPr>
        <p:txBody>
          <a:bodyPr>
            <a:normAutofit/>
          </a:bodyPr>
          <a:lstStyle/>
          <a:p>
            <a:r>
              <a:rPr lang="en-AU" dirty="0"/>
              <a:t>SNe Ia are standardizable candles.</a:t>
            </a:r>
          </a:p>
          <a:p>
            <a:endParaRPr lang="en-AU" dirty="0"/>
          </a:p>
          <a:p>
            <a:endParaRPr lang="en-AU" dirty="0"/>
          </a:p>
          <a:p>
            <a:endParaRPr lang="en-AU" dirty="0"/>
          </a:p>
          <a:p>
            <a:endParaRPr lang="en-AU" dirty="0"/>
          </a:p>
          <a:p>
            <a:endParaRPr lang="en-AU" dirty="0"/>
          </a:p>
          <a:p>
            <a:endParaRPr lang="en-AU" dirty="0"/>
          </a:p>
        </p:txBody>
      </p:sp>
      <p:pic>
        <p:nvPicPr>
          <p:cNvPr id="6" name="Picture 5">
            <a:extLst>
              <a:ext uri="{FF2B5EF4-FFF2-40B4-BE49-F238E27FC236}">
                <a16:creationId xmlns:a16="http://schemas.microsoft.com/office/drawing/2014/main" id="{4DC03EFC-12A0-4334-07EE-19C512A283FE}"/>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802280" y="2853257"/>
            <a:ext cx="4401473" cy="2480413"/>
          </a:xfrm>
          <a:prstGeom prst="rect">
            <a:avLst/>
          </a:prstGeom>
        </p:spPr>
      </p:pic>
      <p:sp>
        <p:nvSpPr>
          <p:cNvPr id="8" name="TextBox 7">
            <a:extLst>
              <a:ext uri="{FF2B5EF4-FFF2-40B4-BE49-F238E27FC236}">
                <a16:creationId xmlns:a16="http://schemas.microsoft.com/office/drawing/2014/main" id="{35966A15-8554-79A5-C3CE-F59E405B610D}"/>
              </a:ext>
            </a:extLst>
          </p:cNvPr>
          <p:cNvSpPr txBox="1"/>
          <p:nvPr/>
        </p:nvSpPr>
        <p:spPr>
          <a:xfrm>
            <a:off x="3688819" y="5385984"/>
            <a:ext cx="6136952" cy="369332"/>
          </a:xfrm>
          <a:prstGeom prst="rect">
            <a:avLst/>
          </a:prstGeom>
          <a:noFill/>
        </p:spPr>
        <p:txBody>
          <a:bodyPr wrap="square">
            <a:spAutoFit/>
          </a:bodyPr>
          <a:lstStyle/>
          <a:p>
            <a:r>
              <a:rPr lang="en-US"/>
              <a:t>(“Accelerating Expansion of the Universe,” 2026)</a:t>
            </a:r>
            <a:endParaRPr lang="en-AU" dirty="0"/>
          </a:p>
        </p:txBody>
      </p:sp>
      <p:pic>
        <p:nvPicPr>
          <p:cNvPr id="10" name="Picture 9">
            <a:extLst>
              <a:ext uri="{FF2B5EF4-FFF2-40B4-BE49-F238E27FC236}">
                <a16:creationId xmlns:a16="http://schemas.microsoft.com/office/drawing/2014/main" id="{188268A8-2D39-DD70-B0A6-A38603E5DF45}"/>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3714750" y="1866900"/>
            <a:ext cx="4762500" cy="3124200"/>
          </a:xfrm>
          <a:prstGeom prst="rect">
            <a:avLst/>
          </a:prstGeom>
        </p:spPr>
      </p:pic>
    </p:spTree>
    <p:extLst>
      <p:ext uri="{BB962C8B-B14F-4D97-AF65-F5344CB8AC3E}">
        <p14:creationId xmlns:p14="http://schemas.microsoft.com/office/powerpoint/2010/main" val="362083115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F47CACD-8699-AD74-F4A3-D917BA20BDF0}"/>
            </a:ext>
          </a:extLst>
        </p:cNvPr>
        <p:cNvGrpSpPr/>
        <p:nvPr/>
      </p:nvGrpSpPr>
      <p:grpSpPr>
        <a:xfrm>
          <a:off x="0" y="0"/>
          <a:ext cx="0" cy="0"/>
          <a:chOff x="0" y="0"/>
          <a:chExt cx="0" cy="0"/>
        </a:xfrm>
      </p:grpSpPr>
      <p:pic>
        <p:nvPicPr>
          <p:cNvPr id="4" name="Picture 3">
            <a:extLst>
              <a:ext uri="{FF2B5EF4-FFF2-40B4-BE49-F238E27FC236}">
                <a16:creationId xmlns:a16="http://schemas.microsoft.com/office/drawing/2014/main" id="{DF62044A-7AA8-4D91-3013-A494C0AC63D2}"/>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2" name="Title 1">
            <a:extLst>
              <a:ext uri="{FF2B5EF4-FFF2-40B4-BE49-F238E27FC236}">
                <a16:creationId xmlns:a16="http://schemas.microsoft.com/office/drawing/2014/main" id="{69F20EAB-971D-4E0B-0C28-92C0641C004C}"/>
              </a:ext>
            </a:extLst>
          </p:cNvPr>
          <p:cNvSpPr>
            <a:spLocks noGrp="1"/>
          </p:cNvSpPr>
          <p:nvPr>
            <p:ph type="title"/>
          </p:nvPr>
        </p:nvSpPr>
        <p:spPr/>
        <p:txBody>
          <a:bodyPr/>
          <a:lstStyle/>
          <a:p>
            <a:r>
              <a:rPr lang="en-AU" dirty="0"/>
              <a:t>Introduction	</a:t>
            </a:r>
          </a:p>
        </p:txBody>
      </p:sp>
      <p:sp>
        <p:nvSpPr>
          <p:cNvPr id="3" name="Content Placeholder 2">
            <a:extLst>
              <a:ext uri="{FF2B5EF4-FFF2-40B4-BE49-F238E27FC236}">
                <a16:creationId xmlns:a16="http://schemas.microsoft.com/office/drawing/2014/main" id="{C59474C7-44F8-AE55-184A-19238D62D0D8}"/>
              </a:ext>
            </a:extLst>
          </p:cNvPr>
          <p:cNvSpPr>
            <a:spLocks noGrp="1"/>
          </p:cNvSpPr>
          <p:nvPr>
            <p:ph idx="1"/>
          </p:nvPr>
        </p:nvSpPr>
        <p:spPr>
          <a:xfrm>
            <a:off x="838200" y="1825625"/>
            <a:ext cx="9787128" cy="4351338"/>
          </a:xfrm>
        </p:spPr>
        <p:txBody>
          <a:bodyPr>
            <a:normAutofit/>
          </a:bodyPr>
          <a:lstStyle/>
          <a:p>
            <a:r>
              <a:rPr lang="en-AU" dirty="0"/>
              <a:t>SNe Ia are standardizable candles.</a:t>
            </a:r>
          </a:p>
          <a:p>
            <a:endParaRPr lang="en-AU" dirty="0"/>
          </a:p>
          <a:p>
            <a:endParaRPr lang="en-AU" dirty="0"/>
          </a:p>
          <a:p>
            <a:endParaRPr lang="en-AU" dirty="0"/>
          </a:p>
          <a:p>
            <a:endParaRPr lang="en-AU" dirty="0"/>
          </a:p>
          <a:p>
            <a:endParaRPr lang="en-AU" dirty="0"/>
          </a:p>
          <a:p>
            <a:endParaRPr lang="en-AU" dirty="0"/>
          </a:p>
        </p:txBody>
      </p:sp>
      <p:pic>
        <p:nvPicPr>
          <p:cNvPr id="6" name="Picture 5">
            <a:extLst>
              <a:ext uri="{FF2B5EF4-FFF2-40B4-BE49-F238E27FC236}">
                <a16:creationId xmlns:a16="http://schemas.microsoft.com/office/drawing/2014/main" id="{BA922176-FF46-06BB-C435-B0D54372E211}"/>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802280" y="2853257"/>
            <a:ext cx="4401473" cy="2480413"/>
          </a:xfrm>
          <a:prstGeom prst="rect">
            <a:avLst/>
          </a:prstGeom>
        </p:spPr>
      </p:pic>
      <p:pic>
        <p:nvPicPr>
          <p:cNvPr id="10" name="Picture 9">
            <a:extLst>
              <a:ext uri="{FF2B5EF4-FFF2-40B4-BE49-F238E27FC236}">
                <a16:creationId xmlns:a16="http://schemas.microsoft.com/office/drawing/2014/main" id="{3CC9C2A2-7AE8-272B-F95A-FAC759088CC2}"/>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3714750" y="1866900"/>
            <a:ext cx="4762500" cy="3124200"/>
          </a:xfrm>
          <a:prstGeom prst="rect">
            <a:avLst/>
          </a:prstGeom>
        </p:spPr>
      </p:pic>
      <p:pic>
        <p:nvPicPr>
          <p:cNvPr id="12" name="Picture 11">
            <a:extLst>
              <a:ext uri="{FF2B5EF4-FFF2-40B4-BE49-F238E27FC236}">
                <a16:creationId xmlns:a16="http://schemas.microsoft.com/office/drawing/2014/main" id="{84A27428-0FDE-C8E5-CB92-12B8AE5B7E3A}"/>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3758208" y="2154702"/>
            <a:ext cx="4762499" cy="3178968"/>
          </a:xfrm>
          <a:prstGeom prst="rect">
            <a:avLst/>
          </a:prstGeom>
        </p:spPr>
      </p:pic>
      <p:sp>
        <p:nvSpPr>
          <p:cNvPr id="14" name="TextBox 13">
            <a:extLst>
              <a:ext uri="{FF2B5EF4-FFF2-40B4-BE49-F238E27FC236}">
                <a16:creationId xmlns:a16="http://schemas.microsoft.com/office/drawing/2014/main" id="{572DCA0A-0050-A31B-FAE4-94E5BA67D67B}"/>
              </a:ext>
            </a:extLst>
          </p:cNvPr>
          <p:cNvSpPr txBox="1"/>
          <p:nvPr/>
        </p:nvSpPr>
        <p:spPr>
          <a:xfrm>
            <a:off x="3671293" y="4991100"/>
            <a:ext cx="4696206" cy="369332"/>
          </a:xfrm>
          <a:prstGeom prst="rect">
            <a:avLst/>
          </a:prstGeom>
          <a:noFill/>
        </p:spPr>
        <p:txBody>
          <a:bodyPr wrap="square">
            <a:spAutoFit/>
          </a:bodyPr>
          <a:lstStyle/>
          <a:p>
            <a:r>
              <a:rPr lang="en-US" dirty="0">
                <a:solidFill>
                  <a:schemeClr val="bg1"/>
                </a:solidFill>
              </a:rPr>
              <a:t>(</a:t>
            </a:r>
            <a:r>
              <a:rPr lang="en-US" i="1" dirty="0">
                <a:solidFill>
                  <a:schemeClr val="bg1"/>
                </a:solidFill>
              </a:rPr>
              <a:t>White Dwarf Star Spiral - NASA</a:t>
            </a:r>
            <a:r>
              <a:rPr lang="en-US" dirty="0">
                <a:solidFill>
                  <a:schemeClr val="bg1"/>
                </a:solidFill>
              </a:rPr>
              <a:t>, n.d.)</a:t>
            </a:r>
            <a:endParaRPr lang="en-AU" dirty="0">
              <a:solidFill>
                <a:schemeClr val="bg1"/>
              </a:solidFill>
            </a:endParaRPr>
          </a:p>
        </p:txBody>
      </p:sp>
    </p:spTree>
    <p:extLst>
      <p:ext uri="{BB962C8B-B14F-4D97-AF65-F5344CB8AC3E}">
        <p14:creationId xmlns:p14="http://schemas.microsoft.com/office/powerpoint/2010/main" val="606608196"/>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F7F19348-401B-FC99-8DE5-F63E71F0B2FA}"/>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2" name="Title 1">
            <a:extLst>
              <a:ext uri="{FF2B5EF4-FFF2-40B4-BE49-F238E27FC236}">
                <a16:creationId xmlns:a16="http://schemas.microsoft.com/office/drawing/2014/main" id="{AFE01431-6EAC-1DDB-F773-CA52BBD9DEBF}"/>
              </a:ext>
            </a:extLst>
          </p:cNvPr>
          <p:cNvSpPr>
            <a:spLocks noGrp="1"/>
          </p:cNvSpPr>
          <p:nvPr>
            <p:ph type="title"/>
          </p:nvPr>
        </p:nvSpPr>
        <p:spPr/>
        <p:txBody>
          <a:bodyPr/>
          <a:lstStyle/>
          <a:p>
            <a:r>
              <a:rPr lang="en-AU" dirty="0"/>
              <a:t>SNe Ia Standardisation		</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94B3334D-4971-EF70-B7DA-621DDF9409E3}"/>
                  </a:ext>
                </a:extLst>
              </p:cNvPr>
              <p:cNvSpPr>
                <a:spLocks noGrp="1"/>
              </p:cNvSpPr>
              <p:nvPr>
                <p:ph idx="1"/>
              </p:nvPr>
            </p:nvSpPr>
            <p:spPr/>
            <p:txBody>
              <a:bodyPr>
                <a:normAutofit/>
              </a:bodyPr>
              <a:lstStyle/>
              <a:p>
                <a:pPr marL="0" indent="0">
                  <a:buNone/>
                </a:pPr>
                <a:endParaRPr lang="en-AU" dirty="0"/>
              </a:p>
              <a:p>
                <a14:m>
                  <m:oMath xmlns:m="http://schemas.openxmlformats.org/officeDocument/2006/math">
                    <m:sSub>
                      <m:sSubPr>
                        <m:ctrlPr>
                          <a:rPr lang="en-AU" i="1">
                            <a:latin typeface="Cambria Math" panose="02040503050406030204" pitchFamily="18" charset="0"/>
                          </a:rPr>
                        </m:ctrlPr>
                      </m:sSubPr>
                      <m:e>
                        <m:r>
                          <a:rPr lang="en-AU" i="1">
                            <a:latin typeface="Cambria Math" panose="02040503050406030204" pitchFamily="18" charset="0"/>
                          </a:rPr>
                          <m:t>𝜇</m:t>
                        </m:r>
                      </m:e>
                      <m:sub>
                        <m:r>
                          <a:rPr lang="en-AU" i="1">
                            <a:latin typeface="Cambria Math" panose="02040503050406030204" pitchFamily="18" charset="0"/>
                          </a:rPr>
                          <m:t>𝑜𝑏𝑠</m:t>
                        </m:r>
                      </m:sub>
                    </m:sSub>
                    <m:r>
                      <a:rPr lang="en-AU" i="1">
                        <a:latin typeface="Cambria Math" panose="02040503050406030204" pitchFamily="18" charset="0"/>
                      </a:rPr>
                      <m:t>=</m:t>
                    </m:r>
                    <m:sSubSup>
                      <m:sSubSupPr>
                        <m:ctrlPr>
                          <a:rPr lang="en-AU" i="1">
                            <a:latin typeface="Cambria Math" panose="02040503050406030204" pitchFamily="18" charset="0"/>
                          </a:rPr>
                        </m:ctrlPr>
                      </m:sSubSupPr>
                      <m:e>
                        <m:r>
                          <a:rPr lang="en-AU" i="1">
                            <a:latin typeface="Cambria Math" panose="02040503050406030204" pitchFamily="18" charset="0"/>
                          </a:rPr>
                          <m:t>𝑚</m:t>
                        </m:r>
                      </m:e>
                      <m:sub>
                        <m:r>
                          <a:rPr lang="en-AU" i="1">
                            <a:latin typeface="Cambria Math" panose="02040503050406030204" pitchFamily="18" charset="0"/>
                          </a:rPr>
                          <m:t>𝐵</m:t>
                        </m:r>
                      </m:sub>
                      <m:sup>
                        <m:r>
                          <a:rPr lang="en-AU" i="1">
                            <a:latin typeface="Cambria Math" panose="02040503050406030204" pitchFamily="18" charset="0"/>
                          </a:rPr>
                          <m:t>∗</m:t>
                        </m:r>
                      </m:sup>
                    </m:sSubSup>
                    <m:r>
                      <a:rPr lang="en-AU" i="1">
                        <a:latin typeface="Cambria Math" panose="02040503050406030204" pitchFamily="18" charset="0"/>
                      </a:rPr>
                      <m:t>−</m:t>
                    </m:r>
                    <m:sSub>
                      <m:sSubPr>
                        <m:ctrlPr>
                          <a:rPr lang="en-AU" i="1">
                            <a:latin typeface="Cambria Math" panose="02040503050406030204" pitchFamily="18" charset="0"/>
                          </a:rPr>
                        </m:ctrlPr>
                      </m:sSubPr>
                      <m:e>
                        <m:r>
                          <a:rPr lang="en-AU" i="1">
                            <a:latin typeface="Cambria Math" panose="02040503050406030204" pitchFamily="18" charset="0"/>
                          </a:rPr>
                          <m:t>𝑀</m:t>
                        </m:r>
                      </m:e>
                      <m:sub>
                        <m:r>
                          <a:rPr lang="en-AU" i="1">
                            <a:latin typeface="Cambria Math" panose="02040503050406030204" pitchFamily="18" charset="0"/>
                          </a:rPr>
                          <m:t>𝐵</m:t>
                        </m:r>
                      </m:sub>
                    </m:sSub>
                    <m:r>
                      <a:rPr lang="en-AU" i="1">
                        <a:latin typeface="Cambria Math" panose="02040503050406030204" pitchFamily="18" charset="0"/>
                      </a:rPr>
                      <m:t>+</m:t>
                    </m:r>
                    <m:r>
                      <a:rPr lang="en-AU" i="1">
                        <a:latin typeface="Cambria Math" panose="02040503050406030204" pitchFamily="18" charset="0"/>
                      </a:rPr>
                      <m:t>𝛼</m:t>
                    </m:r>
                    <m:sSub>
                      <m:sSubPr>
                        <m:ctrlPr>
                          <a:rPr lang="en-AU" i="1">
                            <a:latin typeface="Cambria Math" panose="02040503050406030204" pitchFamily="18" charset="0"/>
                          </a:rPr>
                        </m:ctrlPr>
                      </m:sSubPr>
                      <m:e>
                        <m:r>
                          <a:rPr lang="en-AU" i="1">
                            <a:latin typeface="Cambria Math" panose="02040503050406030204" pitchFamily="18" charset="0"/>
                          </a:rPr>
                          <m:t>𝑥</m:t>
                        </m:r>
                      </m:e>
                      <m:sub>
                        <m:r>
                          <a:rPr lang="en-AU" i="1">
                            <a:latin typeface="Cambria Math" panose="02040503050406030204" pitchFamily="18" charset="0"/>
                          </a:rPr>
                          <m:t>1</m:t>
                        </m:r>
                      </m:sub>
                    </m:sSub>
                    <m:r>
                      <a:rPr lang="en-AU" i="1">
                        <a:latin typeface="Cambria Math" panose="02040503050406030204" pitchFamily="18" charset="0"/>
                      </a:rPr>
                      <m:t>−</m:t>
                    </m:r>
                    <m:r>
                      <a:rPr lang="en-AU" i="1">
                        <a:latin typeface="Cambria Math" panose="02040503050406030204" pitchFamily="18" charset="0"/>
                      </a:rPr>
                      <m:t>𝛽</m:t>
                    </m:r>
                    <m:r>
                      <a:rPr lang="en-AU" i="1">
                        <a:latin typeface="Cambria Math" panose="02040503050406030204" pitchFamily="18" charset="0"/>
                      </a:rPr>
                      <m:t>𝑐</m:t>
                    </m:r>
                  </m:oMath>
                </a14:m>
                <a:r>
                  <a:rPr lang="en-AU" dirty="0"/>
                  <a:t> (Tripp Relation)</a:t>
                </a:r>
              </a:p>
              <a:p>
                <a:endParaRPr lang="en-AU" dirty="0"/>
              </a:p>
              <a:p>
                <a14:m>
                  <m:oMath xmlns:m="http://schemas.openxmlformats.org/officeDocument/2006/math">
                    <m:r>
                      <m:rPr>
                        <m:sty m:val="p"/>
                      </m:rPr>
                      <a:rPr lang="pl-PL" i="0" dirty="0" smtClean="0">
                        <a:latin typeface="Cambria Math" panose="02040503050406030204" pitchFamily="18" charset="0"/>
                      </a:rPr>
                      <m:t>Δ</m:t>
                    </m:r>
                    <m:r>
                      <a:rPr lang="pl-PL" i="1" dirty="0">
                        <a:latin typeface="Cambria Math" panose="02040503050406030204" pitchFamily="18" charset="0"/>
                      </a:rPr>
                      <m:t>𝜇</m:t>
                    </m:r>
                    <m:r>
                      <a:rPr lang="pl-PL" i="1" dirty="0">
                        <a:latin typeface="Cambria Math" panose="02040503050406030204" pitchFamily="18" charset="0"/>
                      </a:rPr>
                      <m:t>=</m:t>
                    </m:r>
                    <m:sSub>
                      <m:sSubPr>
                        <m:ctrlPr>
                          <a:rPr lang="pl-PL" i="1" dirty="0">
                            <a:latin typeface="Cambria Math" panose="02040503050406030204" pitchFamily="18" charset="0"/>
                          </a:rPr>
                        </m:ctrlPr>
                      </m:sSubPr>
                      <m:e>
                        <m:r>
                          <a:rPr lang="pl-PL" i="1" dirty="0">
                            <a:latin typeface="Cambria Math" panose="02040503050406030204" pitchFamily="18" charset="0"/>
                          </a:rPr>
                          <m:t>𝜇</m:t>
                        </m:r>
                      </m:e>
                      <m:sub>
                        <m:r>
                          <a:rPr lang="pl-PL" i="1" dirty="0">
                            <a:latin typeface="Cambria Math" panose="02040503050406030204" pitchFamily="18" charset="0"/>
                          </a:rPr>
                          <m:t>𝑜𝑏𝑠</m:t>
                        </m:r>
                      </m:sub>
                    </m:sSub>
                    <m:r>
                      <a:rPr lang="pl-PL" i="1" dirty="0">
                        <a:latin typeface="Cambria Math" panose="02040503050406030204" pitchFamily="18" charset="0"/>
                      </a:rPr>
                      <m:t>−</m:t>
                    </m:r>
                    <m:sSub>
                      <m:sSubPr>
                        <m:ctrlPr>
                          <a:rPr lang="pl-PL" i="1" dirty="0">
                            <a:latin typeface="Cambria Math" panose="02040503050406030204" pitchFamily="18" charset="0"/>
                          </a:rPr>
                        </m:ctrlPr>
                      </m:sSubPr>
                      <m:e>
                        <m:r>
                          <a:rPr lang="pl-PL" i="1" dirty="0">
                            <a:latin typeface="Cambria Math" panose="02040503050406030204" pitchFamily="18" charset="0"/>
                          </a:rPr>
                          <m:t>𝜇</m:t>
                        </m:r>
                      </m:e>
                      <m:sub>
                        <m:r>
                          <a:rPr lang="pl-PL" i="1" dirty="0">
                            <a:latin typeface="Cambria Math" panose="02040503050406030204" pitchFamily="18" charset="0"/>
                          </a:rPr>
                          <m:t>𝑐𝑜𝑠</m:t>
                        </m:r>
                      </m:sub>
                    </m:sSub>
                    <m:r>
                      <a:rPr lang="pl-PL" i="1" dirty="0">
                        <a:latin typeface="Cambria Math" panose="02040503050406030204" pitchFamily="18" charset="0"/>
                      </a:rPr>
                      <m:t> </m:t>
                    </m:r>
                  </m:oMath>
                </a14:m>
                <a:r>
                  <a:rPr lang="en-AU" dirty="0"/>
                  <a:t>(Hubble Residuals)</a:t>
                </a:r>
              </a:p>
              <a:p>
                <a:pPr marL="0" indent="0">
                  <a:buNone/>
                </a:pPr>
                <a:endParaRPr lang="en-AU" dirty="0"/>
              </a:p>
            </p:txBody>
          </p:sp>
        </mc:Choice>
        <mc:Fallback xmlns="">
          <p:sp>
            <p:nvSpPr>
              <p:cNvPr id="3" name="Content Placeholder 2">
                <a:extLst>
                  <a:ext uri="{FF2B5EF4-FFF2-40B4-BE49-F238E27FC236}">
                    <a16:creationId xmlns:a16="http://schemas.microsoft.com/office/drawing/2014/main" id="{94B3334D-4971-EF70-B7DA-621DDF9409E3}"/>
                  </a:ext>
                </a:extLst>
              </p:cNvPr>
              <p:cNvSpPr>
                <a:spLocks noGrp="1" noRot="1" noChangeAspect="1" noMove="1" noResize="1" noEditPoints="1" noAdjustHandles="1" noChangeArrowheads="1" noChangeShapeType="1" noTextEdit="1"/>
              </p:cNvSpPr>
              <p:nvPr>
                <p:ph idx="1"/>
              </p:nvPr>
            </p:nvSpPr>
            <p:spPr>
              <a:blipFill>
                <a:blip r:embed="rId3"/>
                <a:stretch>
                  <a:fillRect/>
                </a:stretch>
              </a:blipFill>
            </p:spPr>
            <p:txBody>
              <a:bodyPr/>
              <a:lstStyle/>
              <a:p>
                <a:r>
                  <a:rPr lang="en-AU">
                    <a:noFill/>
                  </a:rPr>
                  <a:t> </a:t>
                </a:r>
              </a:p>
            </p:txBody>
          </p:sp>
        </mc:Fallback>
      </mc:AlternateContent>
    </p:spTree>
    <p:extLst>
      <p:ext uri="{BB962C8B-B14F-4D97-AF65-F5344CB8AC3E}">
        <p14:creationId xmlns:p14="http://schemas.microsoft.com/office/powerpoint/2010/main" val="158779038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4BAB631-A737-D733-192C-D7290CA6B29C}"/>
            </a:ext>
          </a:extLst>
        </p:cNvPr>
        <p:cNvGrpSpPr/>
        <p:nvPr/>
      </p:nvGrpSpPr>
      <p:grpSpPr>
        <a:xfrm>
          <a:off x="0" y="0"/>
          <a:ext cx="0" cy="0"/>
          <a:chOff x="0" y="0"/>
          <a:chExt cx="0" cy="0"/>
        </a:xfrm>
      </p:grpSpPr>
      <p:pic>
        <p:nvPicPr>
          <p:cNvPr id="4" name="Picture 3">
            <a:extLst>
              <a:ext uri="{FF2B5EF4-FFF2-40B4-BE49-F238E27FC236}">
                <a16:creationId xmlns:a16="http://schemas.microsoft.com/office/drawing/2014/main" id="{24557C70-8F93-DEA4-E217-DCF68797A277}"/>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2" name="Title 1">
            <a:extLst>
              <a:ext uri="{FF2B5EF4-FFF2-40B4-BE49-F238E27FC236}">
                <a16:creationId xmlns:a16="http://schemas.microsoft.com/office/drawing/2014/main" id="{67774040-0A70-9E14-53E6-9470E616BF48}"/>
              </a:ext>
            </a:extLst>
          </p:cNvPr>
          <p:cNvSpPr>
            <a:spLocks noGrp="1"/>
          </p:cNvSpPr>
          <p:nvPr>
            <p:ph type="title"/>
          </p:nvPr>
        </p:nvSpPr>
        <p:spPr/>
        <p:txBody>
          <a:bodyPr/>
          <a:lstStyle/>
          <a:p>
            <a:r>
              <a:rPr lang="en-AU" dirty="0"/>
              <a:t>SNe Ia Standardisation		</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E2F9D149-6C69-14C3-B581-2D0ED24CFB25}"/>
                  </a:ext>
                </a:extLst>
              </p:cNvPr>
              <p:cNvSpPr>
                <a:spLocks noGrp="1"/>
              </p:cNvSpPr>
              <p:nvPr>
                <p:ph idx="1"/>
              </p:nvPr>
            </p:nvSpPr>
            <p:spPr/>
            <p:txBody>
              <a:bodyPr>
                <a:normAutofit/>
              </a:bodyPr>
              <a:lstStyle/>
              <a:p>
                <a:pPr marL="0" indent="0">
                  <a:buNone/>
                </a:pPr>
                <a:endParaRPr lang="en-AU" dirty="0"/>
              </a:p>
              <a:p>
                <a14:m>
                  <m:oMath xmlns:m="http://schemas.openxmlformats.org/officeDocument/2006/math">
                    <m:sSub>
                      <m:sSubPr>
                        <m:ctrlPr>
                          <a:rPr lang="en-AU" i="1">
                            <a:latin typeface="Cambria Math" panose="02040503050406030204" pitchFamily="18" charset="0"/>
                          </a:rPr>
                        </m:ctrlPr>
                      </m:sSubPr>
                      <m:e>
                        <m:r>
                          <a:rPr lang="en-AU" i="1">
                            <a:latin typeface="Cambria Math" panose="02040503050406030204" pitchFamily="18" charset="0"/>
                          </a:rPr>
                          <m:t>𝜇</m:t>
                        </m:r>
                      </m:e>
                      <m:sub>
                        <m:r>
                          <a:rPr lang="en-AU" i="1">
                            <a:latin typeface="Cambria Math" panose="02040503050406030204" pitchFamily="18" charset="0"/>
                          </a:rPr>
                          <m:t>𝑜𝑏𝑠</m:t>
                        </m:r>
                      </m:sub>
                    </m:sSub>
                    <m:r>
                      <a:rPr lang="en-AU" i="1">
                        <a:latin typeface="Cambria Math" panose="02040503050406030204" pitchFamily="18" charset="0"/>
                      </a:rPr>
                      <m:t>=</m:t>
                    </m:r>
                    <m:sSubSup>
                      <m:sSubSupPr>
                        <m:ctrlPr>
                          <a:rPr lang="en-AU" i="1">
                            <a:latin typeface="Cambria Math" panose="02040503050406030204" pitchFamily="18" charset="0"/>
                          </a:rPr>
                        </m:ctrlPr>
                      </m:sSubSupPr>
                      <m:e>
                        <m:r>
                          <a:rPr lang="en-AU" i="1">
                            <a:latin typeface="Cambria Math" panose="02040503050406030204" pitchFamily="18" charset="0"/>
                          </a:rPr>
                          <m:t>𝑚</m:t>
                        </m:r>
                      </m:e>
                      <m:sub>
                        <m:r>
                          <a:rPr lang="en-AU" i="1">
                            <a:latin typeface="Cambria Math" panose="02040503050406030204" pitchFamily="18" charset="0"/>
                          </a:rPr>
                          <m:t>𝐵</m:t>
                        </m:r>
                      </m:sub>
                      <m:sup>
                        <m:r>
                          <a:rPr lang="en-AU" i="1">
                            <a:latin typeface="Cambria Math" panose="02040503050406030204" pitchFamily="18" charset="0"/>
                          </a:rPr>
                          <m:t>∗</m:t>
                        </m:r>
                      </m:sup>
                    </m:sSubSup>
                    <m:r>
                      <a:rPr lang="en-AU" i="1">
                        <a:latin typeface="Cambria Math" panose="02040503050406030204" pitchFamily="18" charset="0"/>
                      </a:rPr>
                      <m:t>−</m:t>
                    </m:r>
                    <m:sSub>
                      <m:sSubPr>
                        <m:ctrlPr>
                          <a:rPr lang="en-AU" i="1">
                            <a:latin typeface="Cambria Math" panose="02040503050406030204" pitchFamily="18" charset="0"/>
                          </a:rPr>
                        </m:ctrlPr>
                      </m:sSubPr>
                      <m:e>
                        <m:r>
                          <a:rPr lang="en-AU" i="1">
                            <a:latin typeface="Cambria Math" panose="02040503050406030204" pitchFamily="18" charset="0"/>
                          </a:rPr>
                          <m:t>𝑀</m:t>
                        </m:r>
                      </m:e>
                      <m:sub>
                        <m:r>
                          <a:rPr lang="en-AU" i="1">
                            <a:latin typeface="Cambria Math" panose="02040503050406030204" pitchFamily="18" charset="0"/>
                          </a:rPr>
                          <m:t>𝐵</m:t>
                        </m:r>
                      </m:sub>
                    </m:sSub>
                    <m:r>
                      <a:rPr lang="en-AU" i="1">
                        <a:latin typeface="Cambria Math" panose="02040503050406030204" pitchFamily="18" charset="0"/>
                      </a:rPr>
                      <m:t>+</m:t>
                    </m:r>
                    <m:r>
                      <a:rPr lang="en-AU" i="1">
                        <a:latin typeface="Cambria Math" panose="02040503050406030204" pitchFamily="18" charset="0"/>
                      </a:rPr>
                      <m:t>𝛼</m:t>
                    </m:r>
                    <m:sSub>
                      <m:sSubPr>
                        <m:ctrlPr>
                          <a:rPr lang="en-AU" i="1">
                            <a:latin typeface="Cambria Math" panose="02040503050406030204" pitchFamily="18" charset="0"/>
                          </a:rPr>
                        </m:ctrlPr>
                      </m:sSubPr>
                      <m:e>
                        <m:r>
                          <a:rPr lang="en-AU" i="1">
                            <a:latin typeface="Cambria Math" panose="02040503050406030204" pitchFamily="18" charset="0"/>
                          </a:rPr>
                          <m:t>𝑥</m:t>
                        </m:r>
                      </m:e>
                      <m:sub>
                        <m:r>
                          <a:rPr lang="en-AU" i="1">
                            <a:latin typeface="Cambria Math" panose="02040503050406030204" pitchFamily="18" charset="0"/>
                          </a:rPr>
                          <m:t>1</m:t>
                        </m:r>
                      </m:sub>
                    </m:sSub>
                    <m:r>
                      <a:rPr lang="en-AU" i="1">
                        <a:latin typeface="Cambria Math" panose="02040503050406030204" pitchFamily="18" charset="0"/>
                      </a:rPr>
                      <m:t>−</m:t>
                    </m:r>
                    <m:r>
                      <a:rPr lang="en-AU" i="1">
                        <a:latin typeface="Cambria Math" panose="02040503050406030204" pitchFamily="18" charset="0"/>
                      </a:rPr>
                      <m:t>𝛽</m:t>
                    </m:r>
                    <m:r>
                      <a:rPr lang="en-AU" i="1">
                        <a:latin typeface="Cambria Math" panose="02040503050406030204" pitchFamily="18" charset="0"/>
                      </a:rPr>
                      <m:t>𝑐</m:t>
                    </m:r>
                  </m:oMath>
                </a14:m>
                <a:r>
                  <a:rPr lang="en-AU" dirty="0"/>
                  <a:t> (Tripp Relation)</a:t>
                </a:r>
              </a:p>
              <a:p>
                <a:endParaRPr lang="en-AU" dirty="0"/>
              </a:p>
              <a:p>
                <a14:m>
                  <m:oMath xmlns:m="http://schemas.openxmlformats.org/officeDocument/2006/math">
                    <m:r>
                      <m:rPr>
                        <m:sty m:val="p"/>
                      </m:rPr>
                      <a:rPr lang="pl-PL" i="0" dirty="0" smtClean="0">
                        <a:latin typeface="Cambria Math" panose="02040503050406030204" pitchFamily="18" charset="0"/>
                      </a:rPr>
                      <m:t>Δ</m:t>
                    </m:r>
                    <m:r>
                      <a:rPr lang="pl-PL" i="1" dirty="0">
                        <a:latin typeface="Cambria Math" panose="02040503050406030204" pitchFamily="18" charset="0"/>
                      </a:rPr>
                      <m:t>𝜇</m:t>
                    </m:r>
                    <m:r>
                      <a:rPr lang="pl-PL" i="1" dirty="0">
                        <a:latin typeface="Cambria Math" panose="02040503050406030204" pitchFamily="18" charset="0"/>
                      </a:rPr>
                      <m:t>=</m:t>
                    </m:r>
                    <m:sSub>
                      <m:sSubPr>
                        <m:ctrlPr>
                          <a:rPr lang="pl-PL" i="1" dirty="0">
                            <a:latin typeface="Cambria Math" panose="02040503050406030204" pitchFamily="18" charset="0"/>
                          </a:rPr>
                        </m:ctrlPr>
                      </m:sSubPr>
                      <m:e>
                        <m:r>
                          <a:rPr lang="pl-PL" i="1" dirty="0">
                            <a:latin typeface="Cambria Math" panose="02040503050406030204" pitchFamily="18" charset="0"/>
                          </a:rPr>
                          <m:t>𝜇</m:t>
                        </m:r>
                      </m:e>
                      <m:sub>
                        <m:r>
                          <a:rPr lang="pl-PL" i="1" dirty="0">
                            <a:latin typeface="Cambria Math" panose="02040503050406030204" pitchFamily="18" charset="0"/>
                          </a:rPr>
                          <m:t>𝑜𝑏𝑠</m:t>
                        </m:r>
                      </m:sub>
                    </m:sSub>
                    <m:r>
                      <a:rPr lang="pl-PL" i="1" dirty="0">
                        <a:latin typeface="Cambria Math" panose="02040503050406030204" pitchFamily="18" charset="0"/>
                      </a:rPr>
                      <m:t>−</m:t>
                    </m:r>
                    <m:sSub>
                      <m:sSubPr>
                        <m:ctrlPr>
                          <a:rPr lang="pl-PL" i="1" dirty="0">
                            <a:latin typeface="Cambria Math" panose="02040503050406030204" pitchFamily="18" charset="0"/>
                          </a:rPr>
                        </m:ctrlPr>
                      </m:sSubPr>
                      <m:e>
                        <m:r>
                          <a:rPr lang="pl-PL" i="1" dirty="0">
                            <a:latin typeface="Cambria Math" panose="02040503050406030204" pitchFamily="18" charset="0"/>
                          </a:rPr>
                          <m:t>𝜇</m:t>
                        </m:r>
                      </m:e>
                      <m:sub>
                        <m:r>
                          <a:rPr lang="pl-PL" i="1" dirty="0">
                            <a:latin typeface="Cambria Math" panose="02040503050406030204" pitchFamily="18" charset="0"/>
                          </a:rPr>
                          <m:t>𝑐𝑜𝑠</m:t>
                        </m:r>
                      </m:sub>
                    </m:sSub>
                    <m:r>
                      <a:rPr lang="pl-PL" i="1" dirty="0">
                        <a:latin typeface="Cambria Math" panose="02040503050406030204" pitchFamily="18" charset="0"/>
                      </a:rPr>
                      <m:t> </m:t>
                    </m:r>
                  </m:oMath>
                </a14:m>
                <a:r>
                  <a:rPr lang="en-AU" dirty="0"/>
                  <a:t>(Hubble Residuals)</a:t>
                </a:r>
              </a:p>
              <a:p>
                <a:pPr marL="0" indent="0">
                  <a:buNone/>
                </a:pPr>
                <a:endParaRPr lang="en-AU" dirty="0"/>
              </a:p>
            </p:txBody>
          </p:sp>
        </mc:Choice>
        <mc:Fallback xmlns="">
          <p:sp>
            <p:nvSpPr>
              <p:cNvPr id="3" name="Content Placeholder 2">
                <a:extLst>
                  <a:ext uri="{FF2B5EF4-FFF2-40B4-BE49-F238E27FC236}">
                    <a16:creationId xmlns:a16="http://schemas.microsoft.com/office/drawing/2014/main" id="{94B3334D-4971-EF70-B7DA-621DDF9409E3}"/>
                  </a:ext>
                </a:extLst>
              </p:cNvPr>
              <p:cNvSpPr>
                <a:spLocks noGrp="1" noRot="1" noChangeAspect="1" noMove="1" noResize="1" noEditPoints="1" noAdjustHandles="1" noChangeArrowheads="1" noChangeShapeType="1" noTextEdit="1"/>
              </p:cNvSpPr>
              <p:nvPr>
                <p:ph idx="1"/>
              </p:nvPr>
            </p:nvSpPr>
            <p:spPr>
              <a:blipFill>
                <a:blip r:embed="rId3"/>
                <a:stretch>
                  <a:fillRect/>
                </a:stretch>
              </a:blipFill>
            </p:spPr>
            <p:txBody>
              <a:bodyPr/>
              <a:lstStyle/>
              <a:p>
                <a:r>
                  <a:rPr lang="en-AU">
                    <a:noFill/>
                  </a:rPr>
                  <a:t> </a:t>
                </a:r>
              </a:p>
            </p:txBody>
          </p:sp>
        </mc:Fallback>
      </mc:AlternateContent>
      <p:pic>
        <p:nvPicPr>
          <p:cNvPr id="11" name="Picture 10">
            <a:extLst>
              <a:ext uri="{FF2B5EF4-FFF2-40B4-BE49-F238E27FC236}">
                <a16:creationId xmlns:a16="http://schemas.microsoft.com/office/drawing/2014/main" id="{79ED5915-57CD-ED50-50F3-918947306C24}"/>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2580759" y="961898"/>
            <a:ext cx="6686894" cy="4934204"/>
          </a:xfrm>
          <a:prstGeom prst="rect">
            <a:avLst/>
          </a:prstGeom>
        </p:spPr>
      </p:pic>
      <p:sp>
        <p:nvSpPr>
          <p:cNvPr id="13" name="TextBox 12">
            <a:extLst>
              <a:ext uri="{FF2B5EF4-FFF2-40B4-BE49-F238E27FC236}">
                <a16:creationId xmlns:a16="http://schemas.microsoft.com/office/drawing/2014/main" id="{02FC6B9C-B20A-A8BA-9743-3EF96B910415}"/>
              </a:ext>
            </a:extLst>
          </p:cNvPr>
          <p:cNvSpPr txBox="1"/>
          <p:nvPr/>
        </p:nvSpPr>
        <p:spPr>
          <a:xfrm>
            <a:off x="2434590" y="5896102"/>
            <a:ext cx="6167628" cy="369332"/>
          </a:xfrm>
          <a:prstGeom prst="rect">
            <a:avLst/>
          </a:prstGeom>
          <a:noFill/>
        </p:spPr>
        <p:txBody>
          <a:bodyPr wrap="square">
            <a:spAutoFit/>
          </a:bodyPr>
          <a:lstStyle/>
          <a:p>
            <a:r>
              <a:rPr lang="en-AU" dirty="0"/>
              <a:t>(Martin et al., 2024)</a:t>
            </a:r>
          </a:p>
        </p:txBody>
      </p:sp>
    </p:spTree>
    <p:extLst>
      <p:ext uri="{BB962C8B-B14F-4D97-AF65-F5344CB8AC3E}">
        <p14:creationId xmlns:p14="http://schemas.microsoft.com/office/powerpoint/2010/main" val="705688405"/>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2C4E09F2-D5A3-5470-58F4-227C9880BE98}"/>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2" name="Title 1">
            <a:extLst>
              <a:ext uri="{FF2B5EF4-FFF2-40B4-BE49-F238E27FC236}">
                <a16:creationId xmlns:a16="http://schemas.microsoft.com/office/drawing/2014/main" id="{898C01F2-403E-1B28-A1A4-DB20333CCFE3}"/>
              </a:ext>
            </a:extLst>
          </p:cNvPr>
          <p:cNvSpPr>
            <a:spLocks noGrp="1"/>
          </p:cNvSpPr>
          <p:nvPr>
            <p:ph type="title"/>
          </p:nvPr>
        </p:nvSpPr>
        <p:spPr/>
        <p:txBody>
          <a:bodyPr/>
          <a:lstStyle/>
          <a:p>
            <a:r>
              <a:rPr lang="en-AU" dirty="0"/>
              <a:t>Early Excess Flux	</a:t>
            </a:r>
          </a:p>
        </p:txBody>
      </p:sp>
      <p:sp>
        <p:nvSpPr>
          <p:cNvPr id="3" name="Content Placeholder 2">
            <a:extLst>
              <a:ext uri="{FF2B5EF4-FFF2-40B4-BE49-F238E27FC236}">
                <a16:creationId xmlns:a16="http://schemas.microsoft.com/office/drawing/2014/main" id="{CB84F266-4C36-F74A-28E0-193391E8F1FE}"/>
              </a:ext>
            </a:extLst>
          </p:cNvPr>
          <p:cNvSpPr>
            <a:spLocks noGrp="1"/>
          </p:cNvSpPr>
          <p:nvPr>
            <p:ph idx="1"/>
          </p:nvPr>
        </p:nvSpPr>
        <p:spPr>
          <a:xfrm>
            <a:off x="838200" y="1825625"/>
            <a:ext cx="5343144" cy="4351338"/>
          </a:xfrm>
        </p:spPr>
        <p:txBody>
          <a:bodyPr>
            <a:normAutofit lnSpcReduction="10000"/>
          </a:bodyPr>
          <a:lstStyle/>
          <a:p>
            <a:r>
              <a:rPr lang="en-AU" dirty="0"/>
              <a:t>In some cases, observation of SNe Ia are early and produce a bump in the light curve.</a:t>
            </a:r>
          </a:p>
          <a:p>
            <a:endParaRPr lang="en-AU" dirty="0"/>
          </a:p>
          <a:p>
            <a:r>
              <a:rPr lang="en-AU" dirty="0"/>
              <a:t>Case studies have proposed companion interaction, clumping of nickel 56 and interactions with CSM (Deckers et al., 2022), (Burke et al., 2022), (Marion et al., 2016) and (Wu et al., 2026)</a:t>
            </a:r>
          </a:p>
          <a:p>
            <a:pPr marL="0" indent="0">
              <a:buNone/>
            </a:pPr>
            <a:endParaRPr lang="en-AU" dirty="0"/>
          </a:p>
        </p:txBody>
      </p:sp>
      <p:pic>
        <p:nvPicPr>
          <p:cNvPr id="6" name="Picture 5">
            <a:extLst>
              <a:ext uri="{FF2B5EF4-FFF2-40B4-BE49-F238E27FC236}">
                <a16:creationId xmlns:a16="http://schemas.microsoft.com/office/drawing/2014/main" id="{6E30B3AC-4B2C-988D-59BB-3BDF52719258}"/>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659118" y="1289573"/>
            <a:ext cx="4457982" cy="4666620"/>
          </a:xfrm>
          <a:prstGeom prst="rect">
            <a:avLst/>
          </a:prstGeom>
        </p:spPr>
      </p:pic>
      <p:sp>
        <p:nvSpPr>
          <p:cNvPr id="9" name="TextBox 8">
            <a:extLst>
              <a:ext uri="{FF2B5EF4-FFF2-40B4-BE49-F238E27FC236}">
                <a16:creationId xmlns:a16="http://schemas.microsoft.com/office/drawing/2014/main" id="{78D4041E-EF53-343E-CED9-A6E511D87581}"/>
              </a:ext>
            </a:extLst>
          </p:cNvPr>
          <p:cNvSpPr txBox="1"/>
          <p:nvPr/>
        </p:nvSpPr>
        <p:spPr>
          <a:xfrm>
            <a:off x="6659118" y="5956193"/>
            <a:ext cx="6167628" cy="369332"/>
          </a:xfrm>
          <a:prstGeom prst="rect">
            <a:avLst/>
          </a:prstGeom>
          <a:noFill/>
        </p:spPr>
        <p:txBody>
          <a:bodyPr wrap="square">
            <a:spAutoFit/>
          </a:bodyPr>
          <a:lstStyle/>
          <a:p>
            <a:r>
              <a:rPr lang="en-AU" dirty="0"/>
              <a:t>(Deckers et al., 2022)</a:t>
            </a:r>
          </a:p>
        </p:txBody>
      </p:sp>
    </p:spTree>
    <p:extLst>
      <p:ext uri="{BB962C8B-B14F-4D97-AF65-F5344CB8AC3E}">
        <p14:creationId xmlns:p14="http://schemas.microsoft.com/office/powerpoint/2010/main" val="2452326653"/>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79C67840-4287-4411-DE2F-52855A7481AD}"/>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2" name="Title 1">
            <a:extLst>
              <a:ext uri="{FF2B5EF4-FFF2-40B4-BE49-F238E27FC236}">
                <a16:creationId xmlns:a16="http://schemas.microsoft.com/office/drawing/2014/main" id="{818C63AB-6315-7F38-6415-DAAEFC8D1CDE}"/>
              </a:ext>
            </a:extLst>
          </p:cNvPr>
          <p:cNvSpPr>
            <a:spLocks noGrp="1"/>
          </p:cNvSpPr>
          <p:nvPr>
            <p:ph type="title"/>
          </p:nvPr>
        </p:nvSpPr>
        <p:spPr/>
        <p:txBody>
          <a:bodyPr/>
          <a:lstStyle/>
          <a:p>
            <a:r>
              <a:rPr lang="en-AU" dirty="0"/>
              <a:t>Host Galaxy Environments</a:t>
            </a:r>
          </a:p>
        </p:txBody>
      </p:sp>
      <p:sp>
        <p:nvSpPr>
          <p:cNvPr id="3" name="Content Placeholder 2">
            <a:extLst>
              <a:ext uri="{FF2B5EF4-FFF2-40B4-BE49-F238E27FC236}">
                <a16:creationId xmlns:a16="http://schemas.microsoft.com/office/drawing/2014/main" id="{6688A419-F0FC-D06B-A5A1-742608EC3F53}"/>
              </a:ext>
            </a:extLst>
          </p:cNvPr>
          <p:cNvSpPr>
            <a:spLocks noGrp="1"/>
          </p:cNvSpPr>
          <p:nvPr>
            <p:ph idx="1"/>
          </p:nvPr>
        </p:nvSpPr>
        <p:spPr>
          <a:xfrm>
            <a:off x="838200" y="1825625"/>
            <a:ext cx="9293352" cy="4351338"/>
          </a:xfrm>
        </p:spPr>
        <p:txBody>
          <a:bodyPr/>
          <a:lstStyle/>
          <a:p>
            <a:r>
              <a:rPr lang="en-AU" dirty="0"/>
              <a:t>To improve standardisation and understand the physics of the SNe Ia explosion, we search for correlation with the host galaxy mass, colour, distance (DLR) and SFR.</a:t>
            </a:r>
          </a:p>
        </p:txBody>
      </p:sp>
    </p:spTree>
    <p:extLst>
      <p:ext uri="{BB962C8B-B14F-4D97-AF65-F5344CB8AC3E}">
        <p14:creationId xmlns:p14="http://schemas.microsoft.com/office/powerpoint/2010/main" val="3741420523"/>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E1191619-22A1-49DC-D40D-E5A232C5BCD2}"/>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2" name="Title 1">
            <a:extLst>
              <a:ext uri="{FF2B5EF4-FFF2-40B4-BE49-F238E27FC236}">
                <a16:creationId xmlns:a16="http://schemas.microsoft.com/office/drawing/2014/main" id="{30616BCB-5670-4C35-046A-9AD3A5C2E8E6}"/>
              </a:ext>
            </a:extLst>
          </p:cNvPr>
          <p:cNvSpPr>
            <a:spLocks noGrp="1"/>
          </p:cNvSpPr>
          <p:nvPr>
            <p:ph type="title"/>
          </p:nvPr>
        </p:nvSpPr>
        <p:spPr/>
        <p:txBody>
          <a:bodyPr/>
          <a:lstStyle/>
          <a:p>
            <a:r>
              <a:rPr lang="en-AU" dirty="0"/>
              <a:t>Early Excess and Host Environments</a:t>
            </a:r>
          </a:p>
        </p:txBody>
      </p:sp>
      <p:sp>
        <p:nvSpPr>
          <p:cNvPr id="3" name="Content Placeholder 2">
            <a:extLst>
              <a:ext uri="{FF2B5EF4-FFF2-40B4-BE49-F238E27FC236}">
                <a16:creationId xmlns:a16="http://schemas.microsoft.com/office/drawing/2014/main" id="{ECE88610-2531-EB44-2FDE-F3856D1AF884}"/>
              </a:ext>
            </a:extLst>
          </p:cNvPr>
          <p:cNvSpPr>
            <a:spLocks noGrp="1"/>
          </p:cNvSpPr>
          <p:nvPr>
            <p:ph idx="1"/>
          </p:nvPr>
        </p:nvSpPr>
        <p:spPr>
          <a:xfrm>
            <a:off x="838200" y="1825625"/>
            <a:ext cx="10098024" cy="4351338"/>
          </a:xfrm>
        </p:spPr>
        <p:txBody>
          <a:bodyPr/>
          <a:lstStyle/>
          <a:p>
            <a:r>
              <a:rPr lang="en-AU" dirty="0"/>
              <a:t>If early flux excesses correlate with specific environmental properties this could help identify the progenitor properties of early excess and it could help constrain SNe Ia to include in cosmological samples</a:t>
            </a:r>
          </a:p>
          <a:p>
            <a:r>
              <a:rPr lang="en-AU" dirty="0"/>
              <a:t>Due to how limited sample sizes have been of early excess SNe Ia have been they have been difficult to study. Now with LSST the chances of finding them are greater, opening up the possibility of studying the objects.</a:t>
            </a:r>
          </a:p>
        </p:txBody>
      </p:sp>
    </p:spTree>
    <p:extLst>
      <p:ext uri="{BB962C8B-B14F-4D97-AF65-F5344CB8AC3E}">
        <p14:creationId xmlns:p14="http://schemas.microsoft.com/office/powerpoint/2010/main" val="410992924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703D765F-E034-C9FA-551E-0CA2E6E6B289}"/>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2" name="Title 1">
            <a:extLst>
              <a:ext uri="{FF2B5EF4-FFF2-40B4-BE49-F238E27FC236}">
                <a16:creationId xmlns:a16="http://schemas.microsoft.com/office/drawing/2014/main" id="{7071D7AD-DA65-6B8B-1F47-2D014A9CE896}"/>
              </a:ext>
            </a:extLst>
          </p:cNvPr>
          <p:cNvSpPr>
            <a:spLocks noGrp="1"/>
          </p:cNvSpPr>
          <p:nvPr>
            <p:ph type="title"/>
          </p:nvPr>
        </p:nvSpPr>
        <p:spPr/>
        <p:txBody>
          <a:bodyPr/>
          <a:lstStyle/>
          <a:p>
            <a:r>
              <a:rPr lang="en-AU" dirty="0"/>
              <a:t>Rubin, LSST and Fink </a:t>
            </a:r>
          </a:p>
        </p:txBody>
      </p:sp>
      <p:sp>
        <p:nvSpPr>
          <p:cNvPr id="3" name="Content Placeholder 2">
            <a:extLst>
              <a:ext uri="{FF2B5EF4-FFF2-40B4-BE49-F238E27FC236}">
                <a16:creationId xmlns:a16="http://schemas.microsoft.com/office/drawing/2014/main" id="{2C9A65E8-15EF-C574-A4E0-B2D7BCAF3F4D}"/>
              </a:ext>
            </a:extLst>
          </p:cNvPr>
          <p:cNvSpPr>
            <a:spLocks noGrp="1"/>
          </p:cNvSpPr>
          <p:nvPr>
            <p:ph idx="1"/>
          </p:nvPr>
        </p:nvSpPr>
        <p:spPr>
          <a:xfrm>
            <a:off x="838200" y="1825625"/>
            <a:ext cx="10125456" cy="4351338"/>
          </a:xfrm>
        </p:spPr>
        <p:txBody>
          <a:bodyPr/>
          <a:lstStyle/>
          <a:p>
            <a:r>
              <a:rPr lang="en-AU" dirty="0"/>
              <a:t>Describe how Rubin enables the LSST survey which produces a high volume of alerts per night. </a:t>
            </a:r>
          </a:p>
          <a:p>
            <a:endParaRPr lang="en-AU" dirty="0"/>
          </a:p>
          <a:p>
            <a:r>
              <a:rPr lang="en-AU" dirty="0"/>
              <a:t>High volume of alerts necessitates the use of the Fink broker to derive samples for study without tedious visual inspection.</a:t>
            </a:r>
          </a:p>
          <a:p>
            <a:endParaRPr lang="en-AU" dirty="0"/>
          </a:p>
          <a:p>
            <a:r>
              <a:rPr lang="en-AU" dirty="0"/>
              <a:t>Describe how Fink’s specific active learning architecture will help enable faster initial analysis of the interesting alerts. </a:t>
            </a:r>
          </a:p>
        </p:txBody>
      </p:sp>
    </p:spTree>
    <p:extLst>
      <p:ext uri="{BB962C8B-B14F-4D97-AF65-F5344CB8AC3E}">
        <p14:creationId xmlns:p14="http://schemas.microsoft.com/office/powerpoint/2010/main" val="643775713"/>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D87603D6-85A9-58B4-1F4C-A02ACFB1AF3B}"/>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2" name="Title 1">
            <a:extLst>
              <a:ext uri="{FF2B5EF4-FFF2-40B4-BE49-F238E27FC236}">
                <a16:creationId xmlns:a16="http://schemas.microsoft.com/office/drawing/2014/main" id="{24DAD0EE-5A20-2929-24D4-776ECF2C9BA5}"/>
              </a:ext>
            </a:extLst>
          </p:cNvPr>
          <p:cNvSpPr>
            <a:spLocks noGrp="1"/>
          </p:cNvSpPr>
          <p:nvPr>
            <p:ph type="title"/>
          </p:nvPr>
        </p:nvSpPr>
        <p:spPr/>
        <p:txBody>
          <a:bodyPr/>
          <a:lstStyle/>
          <a:p>
            <a:r>
              <a:rPr lang="en-AU" dirty="0"/>
              <a:t>Aims</a:t>
            </a:r>
          </a:p>
        </p:txBody>
      </p:sp>
      <p:sp>
        <p:nvSpPr>
          <p:cNvPr id="3" name="Content Placeholder 2">
            <a:extLst>
              <a:ext uri="{FF2B5EF4-FFF2-40B4-BE49-F238E27FC236}">
                <a16:creationId xmlns:a16="http://schemas.microsoft.com/office/drawing/2014/main" id="{5DB9041A-8BE0-4984-F4FD-5191EB1FC8C3}"/>
              </a:ext>
            </a:extLst>
          </p:cNvPr>
          <p:cNvSpPr>
            <a:spLocks noGrp="1"/>
          </p:cNvSpPr>
          <p:nvPr>
            <p:ph idx="1"/>
          </p:nvPr>
        </p:nvSpPr>
        <p:spPr/>
        <p:txBody>
          <a:bodyPr/>
          <a:lstStyle/>
          <a:p>
            <a:r>
              <a:rPr lang="en-AU" dirty="0"/>
              <a:t>To detect and classify the early excess flux SNe Ia and investigate incidence rate as a function of host galaxy properties such as stellar mass, </a:t>
            </a:r>
            <a:r>
              <a:rPr lang="en-AU" dirty="0" err="1"/>
              <a:t>sSFR</a:t>
            </a:r>
            <a:r>
              <a:rPr lang="en-AU" dirty="0"/>
              <a:t> and colour. </a:t>
            </a:r>
          </a:p>
          <a:p>
            <a:pPr marL="0" indent="0">
              <a:buNone/>
            </a:pPr>
            <a:endParaRPr lang="en-AU" dirty="0"/>
          </a:p>
        </p:txBody>
      </p:sp>
    </p:spTree>
    <p:extLst>
      <p:ext uri="{BB962C8B-B14F-4D97-AF65-F5344CB8AC3E}">
        <p14:creationId xmlns:p14="http://schemas.microsoft.com/office/powerpoint/2010/main" val="101350449"/>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8CF574DC-4061-64A8-AC59-2B0A2C2A1F6F}"/>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2" name="Title 1">
            <a:extLst>
              <a:ext uri="{FF2B5EF4-FFF2-40B4-BE49-F238E27FC236}">
                <a16:creationId xmlns:a16="http://schemas.microsoft.com/office/drawing/2014/main" id="{E1D5E06E-FEB0-5583-C474-C6291C4A628C}"/>
              </a:ext>
            </a:extLst>
          </p:cNvPr>
          <p:cNvSpPr>
            <a:spLocks noGrp="1"/>
          </p:cNvSpPr>
          <p:nvPr>
            <p:ph type="title"/>
          </p:nvPr>
        </p:nvSpPr>
        <p:spPr/>
        <p:txBody>
          <a:bodyPr/>
          <a:lstStyle/>
          <a:p>
            <a:r>
              <a:rPr lang="en-AU" dirty="0"/>
              <a:t>Planned Method</a:t>
            </a:r>
          </a:p>
        </p:txBody>
      </p:sp>
      <p:sp>
        <p:nvSpPr>
          <p:cNvPr id="3" name="Content Placeholder 2">
            <a:extLst>
              <a:ext uri="{FF2B5EF4-FFF2-40B4-BE49-F238E27FC236}">
                <a16:creationId xmlns:a16="http://schemas.microsoft.com/office/drawing/2014/main" id="{0DE6BE5B-DA27-4C06-E559-3561B9464E7E}"/>
              </a:ext>
            </a:extLst>
          </p:cNvPr>
          <p:cNvSpPr>
            <a:spLocks noGrp="1"/>
          </p:cNvSpPr>
          <p:nvPr>
            <p:ph idx="1"/>
          </p:nvPr>
        </p:nvSpPr>
        <p:spPr>
          <a:xfrm>
            <a:off x="838200" y="1825625"/>
            <a:ext cx="9110472" cy="4351338"/>
          </a:xfrm>
        </p:spPr>
        <p:txBody>
          <a:bodyPr>
            <a:normAutofit/>
          </a:bodyPr>
          <a:lstStyle/>
          <a:p>
            <a:r>
              <a:rPr lang="en-AU" dirty="0"/>
              <a:t>Use Fink to gather the sample of early excess flux candidates for Ias.</a:t>
            </a:r>
          </a:p>
          <a:p>
            <a:r>
              <a:rPr lang="en-AU" dirty="0"/>
              <a:t>Using SALT3 light curve fitting model to correct for stretch and colour and identify SNe. Using residuals method from Deckers et al., 2022 to find </a:t>
            </a:r>
            <a:r>
              <a:rPr lang="en-AU" dirty="0" err="1"/>
              <a:t>Eex</a:t>
            </a:r>
            <a:r>
              <a:rPr lang="en-AU" dirty="0"/>
              <a:t>.</a:t>
            </a:r>
          </a:p>
          <a:p>
            <a:r>
              <a:rPr lang="en-AU" dirty="0"/>
              <a:t>Host matching using DLR method to determine the hosts of the samples SNe Ia.</a:t>
            </a:r>
          </a:p>
          <a:p>
            <a:r>
              <a:rPr lang="en-AU" dirty="0"/>
              <a:t>Binning of </a:t>
            </a:r>
            <a:r>
              <a:rPr lang="en-AU" dirty="0" err="1"/>
              <a:t>EEx</a:t>
            </a:r>
            <a:r>
              <a:rPr lang="en-AU" dirty="0"/>
              <a:t> SNe Ia against host galaxy properties to determine if there is a trend in where SNe Ia occur.</a:t>
            </a:r>
          </a:p>
          <a:p>
            <a:pPr marL="0" indent="0">
              <a:buNone/>
            </a:pPr>
            <a:endParaRPr lang="en-AU" dirty="0"/>
          </a:p>
        </p:txBody>
      </p:sp>
    </p:spTree>
    <p:extLst>
      <p:ext uri="{BB962C8B-B14F-4D97-AF65-F5344CB8AC3E}">
        <p14:creationId xmlns:p14="http://schemas.microsoft.com/office/powerpoint/2010/main" val="2898617131"/>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428</TotalTime>
  <Words>511</Words>
  <Application>Microsoft Office PowerPoint</Application>
  <PresentationFormat>Widescreen</PresentationFormat>
  <Paragraphs>65</Paragraphs>
  <Slides>13</Slides>
  <Notes>0</Notes>
  <HiddenSlides>1</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13</vt:i4>
      </vt:variant>
    </vt:vector>
  </HeadingPairs>
  <TitlesOfParts>
    <vt:vector size="18" baseType="lpstr">
      <vt:lpstr>Aptos</vt:lpstr>
      <vt:lpstr>Aptos Display</vt:lpstr>
      <vt:lpstr>Arial</vt:lpstr>
      <vt:lpstr>Cambria Math</vt:lpstr>
      <vt:lpstr>Office Theme</vt:lpstr>
      <vt:lpstr>A Review of Early Excess Flux SNe Ia and Their Hosts   </vt:lpstr>
      <vt:lpstr>Introduction </vt:lpstr>
      <vt:lpstr>Introduction </vt:lpstr>
      <vt:lpstr>Introduction </vt:lpstr>
      <vt:lpstr>Introduction </vt:lpstr>
      <vt:lpstr>SNe Ia Standardisation  </vt:lpstr>
      <vt:lpstr>SNe Ia Standardisation  </vt:lpstr>
      <vt:lpstr>Early Excess Flux </vt:lpstr>
      <vt:lpstr>Host Galaxy Environments</vt:lpstr>
      <vt:lpstr>Early Excess and Host Environments</vt:lpstr>
      <vt:lpstr>Rubin, LSST and Fink </vt:lpstr>
      <vt:lpstr>Aims</vt:lpstr>
      <vt:lpstr>Planned Method</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Riley Webster</dc:creator>
  <cp:lastModifiedBy>Riley Webster</cp:lastModifiedBy>
  <cp:revision>10</cp:revision>
  <dcterms:created xsi:type="dcterms:W3CDTF">2026-03-25T22:35:59Z</dcterms:created>
  <dcterms:modified xsi:type="dcterms:W3CDTF">2026-04-20T00:30:56Z</dcterms:modified>
</cp:coreProperties>
</file>