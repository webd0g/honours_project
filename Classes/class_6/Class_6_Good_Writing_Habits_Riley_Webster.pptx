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41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B7551-C529-352D-2013-84E84F7ED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C88E8A-E958-66C0-8C23-EE965E723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7A1AB-786B-3FB3-A1A0-6E1FD4AE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E9672-590D-41B8-1030-C46427BD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CEF7E-9E8E-8325-ECC7-D2AB38368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16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3D1D6-89C9-28F7-A471-F2A026B75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C3DA-BA04-935D-5F4F-4DBFE5888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8A569-F211-41C1-B50E-97E09D4F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B3FD6-9647-13DC-CEEB-2E0A4A4D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B14DE-629A-291C-CEB5-70427699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675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CBC1-F6AF-97FA-36ED-17AE56664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FBC98-E596-A3E1-2B1C-F6953148B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6EC4E-1F50-D413-EB2A-82D3E91B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5C7D2-E846-8E13-31E7-03E419B6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ADD8-8175-4413-6139-7720A82D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17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BEB2-6134-CD6A-4E43-DB646172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80A76-4FEC-3A37-C53A-2F2CDB74B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8B879-FEF0-E65C-6333-5C7CE5E1E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9E32F-AED8-320B-F3BE-29698CC0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1FB4F-C3E7-C771-DBF9-91B6DD3F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89348-5E09-C9D6-E0D8-88F196B73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568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1125-F285-D740-6480-F1FC2F49B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3F324-1C75-7423-0968-DA68813C4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FFE9E-8A16-2621-ED59-59C1494B4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720AF-0D74-C04E-B426-0DC3D453B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27939E-AB43-1765-AFB1-334109BE98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070A3-AEC2-770A-8345-3C3AC72E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80A3D-9D34-8C1C-8D29-825C897D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F2E75-1904-4672-CF00-BDD62661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9551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BAD6-E4CB-887A-E20D-6853E2AE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01465-1B84-A0BE-371F-941181536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D850-4CD7-ED50-BA83-E61DC04A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2F7121-7497-05E2-811D-65DA03C6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444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561E5-D75C-7F18-60AA-F196935E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423AE-07AE-D7BC-2E73-446DD479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A1727-6AB2-A445-18B6-6868F9AF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30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DD94-A471-6254-3307-F931E346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F325D-05B1-50AB-E679-6113AFE3D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951B4-74FB-55DC-BC94-049FEBFC4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C9476-2C31-647E-1597-DA7250B0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3A18-E296-B48D-B2F2-46AB8E01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67BB9-0E78-BDCB-FF8F-D2E3D1D0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37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3DA7-C43F-914D-FB92-1D99DA3FA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333B9-29C6-3890-5FDF-7D9268D59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7580B-B25D-3BC8-2A0E-34D8E22A4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4994B-6029-41B3-8C38-45DB8251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89BFC-2C9F-C301-787F-FDE7BA67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81348-F00A-EB3A-A8F5-DC51D1D6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1466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D29E-5D9C-18EE-16E8-DC203B0C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0F8EC-C3FA-54B3-3BEE-37F61CF11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947D0-327D-18AE-2410-B38178F4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3B9D6-D6E7-A3D7-1689-BF50A02EB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BD50A-D68A-4177-E461-B9914C94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64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976DA-A8DF-F298-D2D1-B14B689C6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4F7E5-8F8F-7545-02E9-840A9E89F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67438-E0F6-55C5-1C79-AA1C42B4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C69D4-514C-90AC-C8BC-E085DC29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E1873-15C6-5A9D-072C-02ACAAFC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79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96C5CE-F946-86A2-CFD1-77BD1AC1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0D258-844F-DDBA-CC0C-F7F910C13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51187-A61E-A309-4E8F-F4C2870B7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75AB6-A7B0-454F-87A4-18A56901909D}" type="datetimeFigureOut">
              <a:rPr lang="en-AU" smtClean="0"/>
              <a:t>8/04/2026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79059-F969-FC04-7D1A-BB5B9E50B6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8B86D-0ED8-79FB-E748-9AEF41AFC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5F714-8E94-471C-99FB-B53738786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871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B8BD52-FB65-BCCA-10E8-862258C38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6E77C2-75DD-AA5B-7C40-325C7FC5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10 Writing Tips – Riley Webster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848A2-749C-C88C-1B7C-48EE89D00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Intro needs to be written last; you know everything you need to introduce by then.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Keep figures lean and make the result as clear as possible. The caption should give the reader most of, if not all that they need.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Write the paper like you’re writing a story.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Be specific and precise with your method, if you’re making cuts to your data, please say how cuts are made!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When introducing results, connect them to the aim of the research.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101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C9CB3A-E4CA-CDE1-D00F-06623494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18B1-E7A8-673B-E258-FEB22B48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10 Writing Tips pt 2 – Riley Webster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3C44E-0B5C-CCFF-B47E-D42D028A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47693" cy="435133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AU" dirty="0"/>
              <a:t>I like trying to communicate my results with a physical interpretation or through an analogy with an idea that is more familiar.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AU" dirty="0"/>
              <a:t>I like to list my conclusions with a numbered list, with number one being the most pertinent.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AU" dirty="0"/>
              <a:t>Paragraphs are their own little subsections that all come together to make the main point of the actual subsection.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AU" dirty="0"/>
              <a:t>Minimise the use of acronyms unless the phrase is ubiquitous in your writing.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AU" dirty="0"/>
              <a:t>From the article, I also dislike the use of the ambiguous ‘this’, especially in the methods section.  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AU" dirty="0"/>
              <a:t>Extra, version control is awesome, git integration with Overleaf works really well.</a:t>
            </a:r>
          </a:p>
        </p:txBody>
      </p:sp>
    </p:spTree>
    <p:extLst>
      <p:ext uri="{BB962C8B-B14F-4D97-AF65-F5344CB8AC3E}">
        <p14:creationId xmlns:p14="http://schemas.microsoft.com/office/powerpoint/2010/main" val="1556470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216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10 Writing Tips – Riley Webster</vt:lpstr>
      <vt:lpstr>10 Writing Tips pt 2 – Riley Webster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Riley Webster</dc:creator>
  <cp:lastModifiedBy>Riley Webster</cp:lastModifiedBy>
  <cp:revision>4</cp:revision>
  <dcterms:created xsi:type="dcterms:W3CDTF">2026-04-08T01:18:16Z</dcterms:created>
  <dcterms:modified xsi:type="dcterms:W3CDTF">2026-04-08T03:00:34Z</dcterms:modified>
</cp:coreProperties>
</file>