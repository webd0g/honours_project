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6C4D-10CA-CE43-46D1-0C72107EB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AF91D-C306-432F-2328-D23690559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0772C-BA55-19EA-F98D-1411E540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BF39B-C817-3591-6209-B007FEC7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C8A80-A568-429E-D779-B545FF21A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0172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9D2A-F5B4-17FB-44E3-49E81903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CB777-4BAA-F297-EFA4-B1CDD7719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88A99-29E8-ECD9-6DA6-D2B1700A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6E469-0E06-A181-5828-5A388C0D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9252C-5B53-CAF3-F1E7-BE96BEB1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6852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A7A52-A700-9FB8-9F94-9D54656D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4F512-7D67-3D47-E95A-35B7E8CB7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E0BA1-8C6D-835A-B4C6-5EDC65B6E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485F3-EB8C-B83C-813D-1BEF6BD3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540AD-0B5B-7B2D-CBC5-898D4557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31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1725-58BB-63F9-8A8E-92DAFBF2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DE847-90A7-2030-9A73-D2A06BB1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96C10-6EA7-9E37-0F21-840922F9A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D9CC8-C219-E052-3786-DF5B494B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CC9F1-0B4B-02D5-D067-0601258A0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2BF15-0A07-3A6F-2B34-CBAC3B118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133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6B7E8-EF53-D35D-927E-AC63AF046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26629-8539-4C47-A1B9-7B0D9562C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6C7E9-A11B-D6C2-050F-E9AC10D75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22DBDD-1633-E16E-B07B-27F2A0071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2EF79-A5F8-F5AC-DDED-38E2998FE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A5C8D-BCE9-7BAA-6E1A-7577C8A28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BE35F8-C88A-AF71-3ACC-55D2539C4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0772E-EEEB-C23F-48CB-8E55B1BD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3460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C649-1808-0C0F-0294-46F943FF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058141-ED69-797C-16DC-0EDFB471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3F6E4-C2C5-1265-7898-0272F7AD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C5EF3-1530-0926-67F9-560A6961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485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B6A5A9-8CDC-3A5F-ACFA-E18B9C78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6E8691-E4C1-3770-8686-213DFD2BA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61316-2829-2E13-348D-81BAF67F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312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DD3E-D1CF-F61B-D771-E7332C5C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69924-9729-D7B9-247F-DC040018A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479D5-D945-18FA-E6FA-FF40D31D6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6CEC9-4DED-0EA5-D5C6-0161062D2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8351F-3887-E2F1-683A-1D17006FD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1D134-1E8B-1488-1E85-FFB289C34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9848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5BF8-E6FA-578A-E06A-9A64ADEE0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95892-A6E6-2D45-CC2F-7731B102E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40C1A-36AC-962C-2047-D46D9EEA4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E6F48-FC07-7494-7931-B16A636C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04C44-5014-7772-2887-3756CD85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C8AED-A65E-2084-E9D9-6E24DE54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017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D08E-720E-B7BA-7021-DA2DE7DE4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8C216-D14E-C209-6060-B990C2FF7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AC81C-6E53-1F0F-D72A-C7A970F5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85C5C-A9DA-97D0-8F25-4A1C241DB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48BC8-6778-C85B-1F5B-606AE235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96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4D031-A1DB-7168-7C63-472855247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EA18A-C26E-F0AA-F9C4-D2409FE7A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BED38-998F-5653-A532-2B84E5D83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8221A-5792-E655-D474-66BBC861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88F86-E91A-FDA4-5F00-EBCE4881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06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981C30-49B2-51BB-1F32-4348A939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80705-F4BD-A891-25A3-C3A6C6897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7FA86-46FE-D48F-EA7D-7B34F6B61A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092B04-FDF8-46F3-A80E-C93A859655BD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5BC17-D010-FAC3-F427-C2E9F7904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750E4-3548-5900-8248-74D4DB0BD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5AA41-FE7A-4EC2-9D34-01A0CF26F2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718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60EC-A94E-920B-BCD3-55896C41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Tips for writing a research document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1252D-4FF1-0759-5FDA-7D59F1FF9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Writing the intro is hard, read a lot and understand the field you’re in.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Understand what you’re looking for when reading papers.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I find when reading a paper to start with the abstract then intro, figure and conclusion.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For planning having an outline is essential.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Start writing early! </a:t>
            </a:r>
          </a:p>
        </p:txBody>
      </p:sp>
    </p:spTree>
    <p:extLst>
      <p:ext uri="{BB962C8B-B14F-4D97-AF65-F5344CB8AC3E}">
        <p14:creationId xmlns:p14="http://schemas.microsoft.com/office/powerpoint/2010/main" val="1748086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Tips for writing a research document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Riley Webster</dc:creator>
  <cp:lastModifiedBy>Riley Webster</cp:lastModifiedBy>
  <cp:revision>1</cp:revision>
  <dcterms:created xsi:type="dcterms:W3CDTF">2026-03-14T23:56:21Z</dcterms:created>
  <dcterms:modified xsi:type="dcterms:W3CDTF">2026-03-15T00:00:41Z</dcterms:modified>
</cp:coreProperties>
</file>