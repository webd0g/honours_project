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26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AB81D-A242-D006-2B95-96E50DC70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F4C417-B9EA-5187-8552-FB01632A7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229F3-A369-416F-A9EC-65126580D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6CBB-077A-4653-A878-12BD88E050C7}" type="datetimeFigureOut">
              <a:rPr lang="en-AU" smtClean="0"/>
              <a:t>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B02D-ABAD-C03B-13A9-FB4EC940F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52275-C9E4-2258-049E-0C46CB96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F1E7-C424-4B0D-A81D-588A9399A8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4126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1CB2B-65DA-B8D5-08E9-780149D13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0413C-76E0-6F93-BE84-C87EA6654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F623E-C5C1-AA4D-2159-9E34CA2D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6CBB-077A-4653-A878-12BD88E050C7}" type="datetimeFigureOut">
              <a:rPr lang="en-AU" smtClean="0"/>
              <a:t>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C0D11-4616-ED56-D659-A71302D41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DCDE3-400F-391B-19C0-949699FD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F1E7-C424-4B0D-A81D-588A9399A8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5528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26D2-8350-FE5D-A267-3C4B51F9B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0FF09-8FE1-66E2-3E3C-922B93A85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62680-74CC-47BC-A09E-4B77D2651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6CBB-077A-4653-A878-12BD88E050C7}" type="datetimeFigureOut">
              <a:rPr lang="en-AU" smtClean="0"/>
              <a:t>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CD0D7-8BA3-5B21-A419-2EE2467D2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ACD07-22AD-FE7B-48C0-1389C32F8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F1E7-C424-4B0D-A81D-588A9399A8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8753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006A-F591-6857-86B1-EB6D8A0E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32FE7-1005-F508-6FE3-357D198AF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7653F-BE04-C7C0-2983-A2496286E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42A2E-47BE-59A2-80CA-19638FC04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6CBB-077A-4653-A878-12BD88E050C7}" type="datetimeFigureOut">
              <a:rPr lang="en-AU" smtClean="0"/>
              <a:t>5/06/2026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E6544-A0BB-E923-0F92-572058907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777E6-4534-FC77-1BC0-F373756E8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F1E7-C424-4B0D-A81D-588A9399A8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57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7798-E81C-96F3-7515-85C88F220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109BA-F963-726C-49CF-7D7747BE4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7C465-A24D-379D-F656-E10CA753F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C9C630-4555-8674-757C-AF0A34F67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5F0B73-412F-A480-7B38-5899FAD65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53C9C0-D398-3DC2-CC09-CDA1E82B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6CBB-077A-4653-A878-12BD88E050C7}" type="datetimeFigureOut">
              <a:rPr lang="en-AU" smtClean="0"/>
              <a:t>5/06/2026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2DDC3-8C93-CDC3-56C4-3EFB9228A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23460-473C-B83D-A998-0719CBBD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F1E7-C424-4B0D-A81D-588A9399A8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1288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9B02-DE0A-0616-09BD-EF3190C4C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CEAA23-9778-EAA7-C0D6-31F7BE46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6CBB-077A-4653-A878-12BD88E050C7}" type="datetimeFigureOut">
              <a:rPr lang="en-AU" smtClean="0"/>
              <a:t>5/06/2026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F36ED-5D47-CBA5-1705-97174293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F078B-D8EE-5B15-44DA-BB5123D3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F1E7-C424-4B0D-A81D-588A9399A8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9845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99798-4050-C3E6-7FAC-EE5425930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6CBB-077A-4653-A878-12BD88E050C7}" type="datetimeFigureOut">
              <a:rPr lang="en-AU" smtClean="0"/>
              <a:t>5/06/2026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8D323B-A694-6E75-CE72-BFDB40185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55E27-322E-6D72-1D78-8900A904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F1E7-C424-4B0D-A81D-588A9399A8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1361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6F6F4-814F-1B96-77A9-F718978E6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913A-C5AD-8224-D723-47B5BCDAE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00EEC-6961-6700-4889-687701D84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86F73-8A90-2506-A460-95F39E2F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6CBB-077A-4653-A878-12BD88E050C7}" type="datetimeFigureOut">
              <a:rPr lang="en-AU" smtClean="0"/>
              <a:t>5/06/2026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77C3E-C10A-79A7-B488-7E708002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25261-F401-5D47-6356-494ABE1A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F1E7-C424-4B0D-A81D-588A9399A8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2558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E924-E8D4-D3A9-99AE-88FA4EE5F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857EC8-427A-7769-ACE4-43FE7E10C6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44E41-CC0D-2A9D-D9F5-71CF208DC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F0AC-51F5-4DE5-C95A-E65DEB081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6CBB-077A-4653-A878-12BD88E050C7}" type="datetimeFigureOut">
              <a:rPr lang="en-AU" smtClean="0"/>
              <a:t>5/06/2026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E0190-4DBA-38B0-CB33-5CB477576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EA42-4C23-D971-2AA7-BD7C7F58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F1E7-C424-4B0D-A81D-588A9399A8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242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DA3B3-7EF2-2056-8AF0-E4068ABD0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5F195-E1EA-11C5-1DDA-0D1C4B9D4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2CBB6-6308-0B5F-26CA-A96C91947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6CBB-077A-4653-A878-12BD88E050C7}" type="datetimeFigureOut">
              <a:rPr lang="en-AU" smtClean="0"/>
              <a:t>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EA92D-D9ED-B0FA-D520-FB94D453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24822-5C8B-2E7E-731A-5B044B9B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F1E7-C424-4B0D-A81D-588A9399A8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8736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FA52BE-9E61-EA96-72EF-2567FB957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14994-408A-3059-71A3-0F71E0DC6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1BC0F-4772-E2C8-3022-955382777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36CBB-077A-4653-A878-12BD88E050C7}" type="datetimeFigureOut">
              <a:rPr lang="en-AU" smtClean="0"/>
              <a:t>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1D301-FFAA-E443-3959-D1A2A8101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AAC83-0C5A-85CF-9B89-388DF128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4F1E7-C424-4B0D-A81D-588A9399A8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3141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8B20C5-5C0A-D9EA-D71C-1DE0767AE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F3CF9-DC20-4C51-1296-13F9C8F14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B3C2E-C8A5-8DF8-F12A-F30268CB3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236CBB-077A-4653-A878-12BD88E050C7}" type="datetimeFigureOut">
              <a:rPr lang="en-AU" smtClean="0"/>
              <a:t>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DF6A1-E54B-E756-C320-B41F318B1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9B878-0DD6-9874-471B-1FA43A454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4F1E7-C424-4B0D-A81D-588A9399A8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2650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09A33-61B8-AC93-A077-CEEBC22273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65A66D-DFCD-B75E-AC65-F065F352C1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5341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2F60-C505-59BA-CBF4-89A84946E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			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09F7F-B70D-5C9B-4AF4-E4F2BB3B8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Using data transfer service creates a directory with </a:t>
            </a:r>
            <a:r>
              <a:rPr lang="en-AU"/>
              <a:t>the name </a:t>
            </a:r>
          </a:p>
        </p:txBody>
      </p:sp>
    </p:spTree>
    <p:extLst>
      <p:ext uri="{BB962C8B-B14F-4D97-AF65-F5344CB8AC3E}">
        <p14:creationId xmlns:p14="http://schemas.microsoft.com/office/powerpoint/2010/main" val="4031994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17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Notes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Riley Webster</dc:creator>
  <cp:lastModifiedBy>Riley Webster</cp:lastModifiedBy>
  <cp:revision>2</cp:revision>
  <dcterms:created xsi:type="dcterms:W3CDTF">2026-06-05T08:59:40Z</dcterms:created>
  <dcterms:modified xsi:type="dcterms:W3CDTF">2026-06-05T09:25:50Z</dcterms:modified>
</cp:coreProperties>
</file>