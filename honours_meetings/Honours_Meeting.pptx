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AB81D-A242-D006-2B95-96E50DC7024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95F4C417-B9EA-5187-8552-FB01632A79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DA4229F3-A369-416F-A9EC-65126580D768}"/>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5" name="Footer Placeholder 4">
            <a:extLst>
              <a:ext uri="{FF2B5EF4-FFF2-40B4-BE49-F238E27FC236}">
                <a16:creationId xmlns:a16="http://schemas.microsoft.com/office/drawing/2014/main" id="{803EB02D-ABAD-C03B-13A9-FB4EC940FA45}"/>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55952275-C9E4-2258-049E-0C46CB9663A6}"/>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9441264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1CB2B-65DA-B8D5-08E9-780149D135E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4970413C-76E0-6F93-BE84-C87EA66549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87F623E-C5C1-AA4D-2159-9E34CA2D3274}"/>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5" name="Footer Placeholder 4">
            <a:extLst>
              <a:ext uri="{FF2B5EF4-FFF2-40B4-BE49-F238E27FC236}">
                <a16:creationId xmlns:a16="http://schemas.microsoft.com/office/drawing/2014/main" id="{4A3C0D11-4616-ED56-D659-A71302D413C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DADCDE3-400F-391B-19C0-949699FD0E89}"/>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3895528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C926D2-8350-FE5D-A267-3C4B51F9B7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80F0FF09-8FE1-66E2-3E3C-922B93A85EC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A62680-74CC-47BC-A09E-4B77D265154C}"/>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5" name="Footer Placeholder 4">
            <a:extLst>
              <a:ext uri="{FF2B5EF4-FFF2-40B4-BE49-F238E27FC236}">
                <a16:creationId xmlns:a16="http://schemas.microsoft.com/office/drawing/2014/main" id="{E0BCD0D7-8BA3-5B21-A419-2EE2467D2F9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58AACD07-22AD-FE7B-48C0-1389C32F8547}"/>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31787530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4006A-F591-6857-86B1-EB6D8A0EBBC4}"/>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71432FE7-1005-F508-6FE3-357D198AFC2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4E7653F-BE04-C7C0-2983-A2496286E12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7FB42A2E-47BE-59A2-80CA-19638FC0469B}"/>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6" name="Footer Placeholder 5">
            <a:extLst>
              <a:ext uri="{FF2B5EF4-FFF2-40B4-BE49-F238E27FC236}">
                <a16:creationId xmlns:a16="http://schemas.microsoft.com/office/drawing/2014/main" id="{D0DE6544-A0BB-E923-0F92-57205890716F}"/>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D777E6-4534-FC77-1BC0-F373756E8923}"/>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2907574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57798-E81C-96F3-7515-85C88F220277}"/>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A0109BA-F963-726C-49CF-7D7747BE427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07C465-A24D-379D-F656-E10CA753FE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ABC9C630-4555-8674-757C-AF0A34F67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5F0B73-412F-A480-7B38-5899FAD65B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3553C9C0-D398-3DC2-CC09-CDA1E82BC24B}"/>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8" name="Footer Placeholder 7">
            <a:extLst>
              <a:ext uri="{FF2B5EF4-FFF2-40B4-BE49-F238E27FC236}">
                <a16:creationId xmlns:a16="http://schemas.microsoft.com/office/drawing/2014/main" id="{1792DDC3-8C93-CDC3-56C4-3EFB9228AEE4}"/>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AF23460-473C-B83D-A998-0719CBBD0EFD}"/>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21012882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B9B02-DE0A-0616-09BD-EF3190C4C5A5}"/>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9ACEAA23-9778-EAA7-C0D6-31F7BE465D66}"/>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4" name="Footer Placeholder 3">
            <a:extLst>
              <a:ext uri="{FF2B5EF4-FFF2-40B4-BE49-F238E27FC236}">
                <a16:creationId xmlns:a16="http://schemas.microsoft.com/office/drawing/2014/main" id="{E74F36ED-5D47-CBA5-1705-9717429339D3}"/>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C15F078B-D8EE-5B15-44DA-BB5123D3499C}"/>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33198451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99798-4050-C3E6-7FAC-EE5425930D94}"/>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3" name="Footer Placeholder 2">
            <a:extLst>
              <a:ext uri="{FF2B5EF4-FFF2-40B4-BE49-F238E27FC236}">
                <a16:creationId xmlns:a16="http://schemas.microsoft.com/office/drawing/2014/main" id="{798D323B-A694-6E75-CE72-BFDB4018569F}"/>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86D55E27-322E-6D72-1D78-8900A904EB49}"/>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591361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6F6F4-814F-1B96-77A9-F718978E6B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BFF913A-C5AD-8224-D723-47B5BCDAED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F500EEC-6961-6700-4889-687701D844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286F73-8A90-2506-A460-95F39E2FF94B}"/>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6" name="Footer Placeholder 5">
            <a:extLst>
              <a:ext uri="{FF2B5EF4-FFF2-40B4-BE49-F238E27FC236}">
                <a16:creationId xmlns:a16="http://schemas.microsoft.com/office/drawing/2014/main" id="{EF577C3E-C10A-79A7-B488-7E70800244B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8925261-F401-5D47-6356-494ABE1AE578}"/>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37225584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DE924-E8D4-D3A9-99AE-88FA4EE5FB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5D857EC8-427A-7769-ACE4-43FE7E10C62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52344E41-CC0D-2A9D-D9F5-71CF208DC6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D5F0AC-51F5-4DE5-C95A-E65DEB0811B5}"/>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6" name="Footer Placeholder 5">
            <a:extLst>
              <a:ext uri="{FF2B5EF4-FFF2-40B4-BE49-F238E27FC236}">
                <a16:creationId xmlns:a16="http://schemas.microsoft.com/office/drawing/2014/main" id="{E80E0190-4DBA-38B0-CB33-5CB47757605F}"/>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79E3EA42-4C23-D971-2AA7-BD7C7F5813C5}"/>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25224242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DA3B3-7EF2-2056-8AF0-E4068ABD008B}"/>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AA05F195-E1EA-11C5-1DDA-0D1C4B9D443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A22CBB6-6308-0B5F-26CA-A96C91947067}"/>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5" name="Footer Placeholder 4">
            <a:extLst>
              <a:ext uri="{FF2B5EF4-FFF2-40B4-BE49-F238E27FC236}">
                <a16:creationId xmlns:a16="http://schemas.microsoft.com/office/drawing/2014/main" id="{B7EEA92D-D9ED-B0FA-D520-FB94D453D89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F424822-5C8B-2E7E-731A-5B044B9BF3C3}"/>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11387369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EFA52BE-9E61-EA96-72EF-2567FB9579D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31D14994-408A-3059-71A3-0F71E0DC6FD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31BC0F-4772-E2C8-3022-955382777ADF}"/>
              </a:ext>
            </a:extLst>
          </p:cNvPr>
          <p:cNvSpPr>
            <a:spLocks noGrp="1"/>
          </p:cNvSpPr>
          <p:nvPr>
            <p:ph type="dt" sz="half" idx="10"/>
          </p:nvPr>
        </p:nvSpPr>
        <p:spPr/>
        <p:txBody>
          <a:bodyPr/>
          <a:lstStyle/>
          <a:p>
            <a:fld id="{8E236CBB-077A-4653-A878-12BD88E050C7}" type="datetimeFigureOut">
              <a:rPr lang="en-AU" smtClean="0"/>
              <a:t>16/07/2026</a:t>
            </a:fld>
            <a:endParaRPr lang="en-AU"/>
          </a:p>
        </p:txBody>
      </p:sp>
      <p:sp>
        <p:nvSpPr>
          <p:cNvPr id="5" name="Footer Placeholder 4">
            <a:extLst>
              <a:ext uri="{FF2B5EF4-FFF2-40B4-BE49-F238E27FC236}">
                <a16:creationId xmlns:a16="http://schemas.microsoft.com/office/drawing/2014/main" id="{2821D301-FFAA-E443-3959-D1A2A8101EE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87AAC83-0C5A-85CF-9B89-388DF128A3C7}"/>
              </a:ext>
            </a:extLst>
          </p:cNvPr>
          <p:cNvSpPr>
            <a:spLocks noGrp="1"/>
          </p:cNvSpPr>
          <p:nvPr>
            <p:ph type="sldNum" sz="quarter" idx="12"/>
          </p:nvPr>
        </p:nvSpPr>
        <p:spPr/>
        <p:txBody>
          <a:bodyPr/>
          <a:lstStyle/>
          <a:p>
            <a:fld id="{D664F1E7-C424-4B0D-A81D-588A9399A84F}" type="slidenum">
              <a:rPr lang="en-AU" smtClean="0"/>
              <a:t>‹#›</a:t>
            </a:fld>
            <a:endParaRPr lang="en-AU"/>
          </a:p>
        </p:txBody>
      </p:sp>
    </p:spTree>
    <p:extLst>
      <p:ext uri="{BB962C8B-B14F-4D97-AF65-F5344CB8AC3E}">
        <p14:creationId xmlns:p14="http://schemas.microsoft.com/office/powerpoint/2010/main" val="963141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8B20C5-5C0A-D9EA-D71C-1DE0767AE7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070F3CF9-DC20-4C51-1296-13F9C8F148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C69B3C2E-C8A5-8DF8-F12A-F30268CB37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E236CBB-077A-4653-A878-12BD88E050C7}" type="datetimeFigureOut">
              <a:rPr lang="en-AU" smtClean="0"/>
              <a:t>16/07/2026</a:t>
            </a:fld>
            <a:endParaRPr lang="en-AU"/>
          </a:p>
        </p:txBody>
      </p:sp>
      <p:sp>
        <p:nvSpPr>
          <p:cNvPr id="5" name="Footer Placeholder 4">
            <a:extLst>
              <a:ext uri="{FF2B5EF4-FFF2-40B4-BE49-F238E27FC236}">
                <a16:creationId xmlns:a16="http://schemas.microsoft.com/office/drawing/2014/main" id="{07CDF6A1-E54B-E756-C320-B41F318B1D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A0D9B878-0DD6-9874-471B-1FA43A4540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664F1E7-C424-4B0D-A81D-588A9399A84F}" type="slidenum">
              <a:rPr lang="en-AU" smtClean="0"/>
              <a:t>‹#›</a:t>
            </a:fld>
            <a:endParaRPr lang="en-AU"/>
          </a:p>
        </p:txBody>
      </p:sp>
    </p:spTree>
    <p:extLst>
      <p:ext uri="{BB962C8B-B14F-4D97-AF65-F5344CB8AC3E}">
        <p14:creationId xmlns:p14="http://schemas.microsoft.com/office/powerpoint/2010/main" val="29026505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509A33-61B8-AC93-A077-CEEBC2227370}"/>
              </a:ext>
            </a:extLst>
          </p:cNvPr>
          <p:cNvSpPr>
            <a:spLocks noGrp="1"/>
          </p:cNvSpPr>
          <p:nvPr>
            <p:ph type="ctrTitle"/>
          </p:nvPr>
        </p:nvSpPr>
        <p:spPr/>
        <p:txBody>
          <a:bodyPr/>
          <a:lstStyle/>
          <a:p>
            <a:r>
              <a:rPr lang="en-AU" dirty="0"/>
              <a:t>Slides for Honours Meeting</a:t>
            </a:r>
          </a:p>
        </p:txBody>
      </p:sp>
      <p:sp>
        <p:nvSpPr>
          <p:cNvPr id="3" name="Subtitle 2">
            <a:extLst>
              <a:ext uri="{FF2B5EF4-FFF2-40B4-BE49-F238E27FC236}">
                <a16:creationId xmlns:a16="http://schemas.microsoft.com/office/drawing/2014/main" id="{9565A66D-DFCD-B75E-AC65-F065F352C17B}"/>
              </a:ext>
            </a:extLst>
          </p:cNvPr>
          <p:cNvSpPr>
            <a:spLocks noGrp="1"/>
          </p:cNvSpPr>
          <p:nvPr>
            <p:ph type="subTitle" idx="1"/>
          </p:nvPr>
        </p:nvSpPr>
        <p:spPr/>
        <p:txBody>
          <a:bodyPr/>
          <a:lstStyle/>
          <a:p>
            <a:endParaRPr lang="en-AU"/>
          </a:p>
        </p:txBody>
      </p:sp>
    </p:spTree>
    <p:extLst>
      <p:ext uri="{BB962C8B-B14F-4D97-AF65-F5344CB8AC3E}">
        <p14:creationId xmlns:p14="http://schemas.microsoft.com/office/powerpoint/2010/main" val="41153415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72F60-C505-59BA-CBF4-89A84946E5DC}"/>
              </a:ext>
            </a:extLst>
          </p:cNvPr>
          <p:cNvSpPr>
            <a:spLocks noGrp="1"/>
          </p:cNvSpPr>
          <p:nvPr>
            <p:ph type="title"/>
          </p:nvPr>
        </p:nvSpPr>
        <p:spPr/>
        <p:txBody>
          <a:bodyPr/>
          <a:lstStyle/>
          <a:p>
            <a:r>
              <a:rPr lang="en-AU" dirty="0"/>
              <a:t>16/07/2026 – meeting					</a:t>
            </a:r>
          </a:p>
        </p:txBody>
      </p:sp>
      <p:sp>
        <p:nvSpPr>
          <p:cNvPr id="3" name="Content Placeholder 2">
            <a:extLst>
              <a:ext uri="{FF2B5EF4-FFF2-40B4-BE49-F238E27FC236}">
                <a16:creationId xmlns:a16="http://schemas.microsoft.com/office/drawing/2014/main" id="{59B09F7F-B70D-5C9B-4AF4-E4F2BB3B80CF}"/>
              </a:ext>
            </a:extLst>
          </p:cNvPr>
          <p:cNvSpPr>
            <a:spLocks noGrp="1"/>
          </p:cNvSpPr>
          <p:nvPr>
            <p:ph idx="1"/>
          </p:nvPr>
        </p:nvSpPr>
        <p:spPr/>
        <p:txBody>
          <a:bodyPr>
            <a:normAutofit fontScale="92500" lnSpcReduction="20000"/>
          </a:bodyPr>
          <a:lstStyle/>
          <a:p>
            <a:pPr>
              <a:buFontTx/>
              <a:buChar char="-"/>
            </a:pPr>
            <a:r>
              <a:rPr lang="en-AU" dirty="0"/>
              <a:t>Rate of rise filter</a:t>
            </a:r>
          </a:p>
          <a:p>
            <a:pPr lvl="1">
              <a:buFontTx/>
              <a:buChar char="-"/>
            </a:pPr>
            <a:r>
              <a:rPr lang="en-AU" dirty="0"/>
              <a:t>Used </a:t>
            </a:r>
            <a:r>
              <a:rPr lang="en-AU" dirty="0" err="1"/>
              <a:t>in_tns</a:t>
            </a:r>
            <a:r>
              <a:rPr lang="en-AU" dirty="0"/>
              <a:t> fink filter to find objects that had </a:t>
            </a:r>
            <a:r>
              <a:rPr lang="en-AU" dirty="0" err="1"/>
              <a:t>tns</a:t>
            </a:r>
            <a:r>
              <a:rPr lang="en-AU" dirty="0"/>
              <a:t> counterparts </a:t>
            </a:r>
          </a:p>
          <a:p>
            <a:pPr lvl="1">
              <a:buFontTx/>
              <a:buChar char="-"/>
            </a:pPr>
            <a:r>
              <a:rPr lang="en-AU" dirty="0"/>
              <a:t>Fink returned objects with </a:t>
            </a:r>
            <a:r>
              <a:rPr lang="en-AU" dirty="0" err="1"/>
              <a:t>tns</a:t>
            </a:r>
            <a:r>
              <a:rPr lang="en-AU" dirty="0"/>
              <a:t> names of SN before Rubin started</a:t>
            </a:r>
          </a:p>
          <a:p>
            <a:pPr lvl="1">
              <a:buFontTx/>
              <a:buChar char="-"/>
            </a:pPr>
            <a:r>
              <a:rPr lang="en-AU" dirty="0"/>
              <a:t>Resulted in 6 SN with at least an okay rise but strange declines.</a:t>
            </a:r>
          </a:p>
          <a:p>
            <a:pPr lvl="1">
              <a:buFontTx/>
              <a:buChar char="-"/>
            </a:pPr>
            <a:r>
              <a:rPr lang="en-AU" dirty="0"/>
              <a:t>Normalised the slopes of the fits by the peak brightness of each object, resulting in an average slope of 0.0053 and 0.0223 change in flux per day for the green and red band respectively.</a:t>
            </a:r>
          </a:p>
          <a:p>
            <a:pPr>
              <a:buFontTx/>
              <a:buChar char="-"/>
            </a:pPr>
            <a:r>
              <a:rPr lang="en-AU" dirty="0"/>
              <a:t>Ran the rate of rise filter against the 6 </a:t>
            </a:r>
            <a:r>
              <a:rPr lang="en-AU" dirty="0" err="1"/>
              <a:t>tns</a:t>
            </a:r>
            <a:r>
              <a:rPr lang="en-AU" dirty="0"/>
              <a:t> objects and 4 of them were recovered by the filter. </a:t>
            </a:r>
          </a:p>
          <a:p>
            <a:pPr>
              <a:buFontTx/>
              <a:buChar char="-"/>
            </a:pPr>
            <a:r>
              <a:rPr lang="en-AU" dirty="0"/>
              <a:t>Got a new computer. </a:t>
            </a:r>
          </a:p>
          <a:p>
            <a:pPr>
              <a:buFontTx/>
              <a:buChar char="-"/>
            </a:pPr>
            <a:r>
              <a:rPr lang="en-AU" dirty="0"/>
              <a:t>Getting timeout errors on the rate of rise filter now…</a:t>
            </a:r>
          </a:p>
          <a:p>
            <a:pPr marL="0" indent="0">
              <a:buNone/>
            </a:pPr>
            <a:r>
              <a:rPr lang="en-AU" dirty="0"/>
              <a:t>- Want to get the current code bug free before moving onto to trying Bazin fits or a </a:t>
            </a:r>
            <a:r>
              <a:rPr lang="en-AU"/>
              <a:t>power law fit.</a:t>
            </a:r>
            <a:endParaRPr lang="en-AU" dirty="0"/>
          </a:p>
          <a:p>
            <a:pPr>
              <a:buFontTx/>
              <a:buChar char="-"/>
            </a:pPr>
            <a:endParaRPr lang="en-AU" dirty="0"/>
          </a:p>
        </p:txBody>
      </p:sp>
    </p:spTree>
    <p:extLst>
      <p:ext uri="{BB962C8B-B14F-4D97-AF65-F5344CB8AC3E}">
        <p14:creationId xmlns:p14="http://schemas.microsoft.com/office/powerpoint/2010/main" val="40319947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F91AE-6B08-20EB-B080-E53CCC435136}"/>
              </a:ext>
            </a:extLst>
          </p:cNvPr>
          <p:cNvSpPr>
            <a:spLocks noGrp="1"/>
          </p:cNvSpPr>
          <p:nvPr>
            <p:ph type="title"/>
          </p:nvPr>
        </p:nvSpPr>
        <p:spPr/>
        <p:txBody>
          <a:bodyPr/>
          <a:lstStyle/>
          <a:p>
            <a:r>
              <a:rPr lang="en-AU" dirty="0"/>
              <a:t>Plots				</a:t>
            </a:r>
          </a:p>
        </p:txBody>
      </p:sp>
      <p:pic>
        <p:nvPicPr>
          <p:cNvPr id="5" name="Content Placeholder 4">
            <a:extLst>
              <a:ext uri="{FF2B5EF4-FFF2-40B4-BE49-F238E27FC236}">
                <a16:creationId xmlns:a16="http://schemas.microsoft.com/office/drawing/2014/main" id="{2E711E62-870F-376B-3B9F-8FB11439D68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67933" y="1624457"/>
            <a:ext cx="7252229" cy="4351338"/>
          </a:xfrm>
          <a:prstGeom prst="rect">
            <a:avLst/>
          </a:prstGeom>
        </p:spPr>
      </p:pic>
    </p:spTree>
    <p:extLst>
      <p:ext uri="{BB962C8B-B14F-4D97-AF65-F5344CB8AC3E}">
        <p14:creationId xmlns:p14="http://schemas.microsoft.com/office/powerpoint/2010/main" val="3872154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9532E-0055-1BDC-F402-4F2D7C250D7F}"/>
              </a:ext>
            </a:extLst>
          </p:cNvPr>
          <p:cNvSpPr>
            <a:spLocks noGrp="1"/>
          </p:cNvSpPr>
          <p:nvPr>
            <p:ph type="title"/>
          </p:nvPr>
        </p:nvSpPr>
        <p:spPr/>
        <p:txBody>
          <a:bodyPr/>
          <a:lstStyle/>
          <a:p>
            <a:r>
              <a:rPr lang="en-AU" dirty="0"/>
              <a:t>plots</a:t>
            </a:r>
          </a:p>
        </p:txBody>
      </p:sp>
      <p:pic>
        <p:nvPicPr>
          <p:cNvPr id="5" name="Content Placeholder 4">
            <a:extLst>
              <a:ext uri="{FF2B5EF4-FFF2-40B4-BE49-F238E27FC236}">
                <a16:creationId xmlns:a16="http://schemas.microsoft.com/office/drawing/2014/main" id="{59CC6CBE-5781-8C2A-8315-C0C91C30934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58368" y="1860794"/>
            <a:ext cx="7252229" cy="4351338"/>
          </a:xfrm>
          <a:prstGeom prst="rect">
            <a:avLst/>
          </a:prstGeom>
        </p:spPr>
      </p:pic>
    </p:spTree>
    <p:extLst>
      <p:ext uri="{BB962C8B-B14F-4D97-AF65-F5344CB8AC3E}">
        <p14:creationId xmlns:p14="http://schemas.microsoft.com/office/powerpoint/2010/main" val="404468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A2134-5C1D-4175-7781-B738E9E34DCF}"/>
              </a:ext>
            </a:extLst>
          </p:cNvPr>
          <p:cNvSpPr>
            <a:spLocks noGrp="1"/>
          </p:cNvSpPr>
          <p:nvPr>
            <p:ph type="title"/>
          </p:nvPr>
        </p:nvSpPr>
        <p:spPr/>
        <p:txBody>
          <a:bodyPr/>
          <a:lstStyle/>
          <a:p>
            <a:r>
              <a:rPr lang="en-AU" dirty="0"/>
              <a:t>plots</a:t>
            </a:r>
          </a:p>
        </p:txBody>
      </p:sp>
      <p:pic>
        <p:nvPicPr>
          <p:cNvPr id="5" name="Content Placeholder 4">
            <a:extLst>
              <a:ext uri="{FF2B5EF4-FFF2-40B4-BE49-F238E27FC236}">
                <a16:creationId xmlns:a16="http://schemas.microsoft.com/office/drawing/2014/main" id="{EBACFF3E-1CDE-4E6B-988E-9379B350ED8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97462" y="1834568"/>
            <a:ext cx="7252229" cy="4351338"/>
          </a:xfrm>
          <a:prstGeom prst="rect">
            <a:avLst/>
          </a:prstGeom>
        </p:spPr>
      </p:pic>
    </p:spTree>
    <p:extLst>
      <p:ext uri="{BB962C8B-B14F-4D97-AF65-F5344CB8AC3E}">
        <p14:creationId xmlns:p14="http://schemas.microsoft.com/office/powerpoint/2010/main" val="1003136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85D16-A129-2182-E2C8-A8C47C316939}"/>
              </a:ext>
            </a:extLst>
          </p:cNvPr>
          <p:cNvSpPr>
            <a:spLocks noGrp="1"/>
          </p:cNvSpPr>
          <p:nvPr>
            <p:ph type="title"/>
          </p:nvPr>
        </p:nvSpPr>
        <p:spPr/>
        <p:txBody>
          <a:bodyPr/>
          <a:lstStyle/>
          <a:p>
            <a:r>
              <a:rPr lang="en-AU" dirty="0"/>
              <a:t>Plots	</a:t>
            </a:r>
          </a:p>
        </p:txBody>
      </p:sp>
      <p:pic>
        <p:nvPicPr>
          <p:cNvPr id="5" name="Content Placeholder 4">
            <a:extLst>
              <a:ext uri="{FF2B5EF4-FFF2-40B4-BE49-F238E27FC236}">
                <a16:creationId xmlns:a16="http://schemas.microsoft.com/office/drawing/2014/main" id="{C1A2CABA-AD69-3158-27B5-3B2A6C1214C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469885" y="1825625"/>
            <a:ext cx="7252229" cy="4351338"/>
          </a:xfrm>
          <a:prstGeom prst="rect">
            <a:avLst/>
          </a:prstGeom>
        </p:spPr>
      </p:pic>
    </p:spTree>
    <p:extLst>
      <p:ext uri="{BB962C8B-B14F-4D97-AF65-F5344CB8AC3E}">
        <p14:creationId xmlns:p14="http://schemas.microsoft.com/office/powerpoint/2010/main" val="1170104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158</Words>
  <Application>Microsoft Office PowerPoint</Application>
  <PresentationFormat>Widescreen</PresentationFormat>
  <Paragraphs>15</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Slides for Honours Meeting</vt:lpstr>
      <vt:lpstr>16/07/2026 – meeting     </vt:lpstr>
      <vt:lpstr>Plots    </vt:lpstr>
      <vt:lpstr>plots</vt:lpstr>
      <vt:lpstr>plots</vt:lpstr>
      <vt:lpstr>Plots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5</cp:revision>
  <dcterms:created xsi:type="dcterms:W3CDTF">2026-06-05T08:59:40Z</dcterms:created>
  <dcterms:modified xsi:type="dcterms:W3CDTF">2026-07-16T04:12:27Z</dcterms:modified>
</cp:coreProperties>
</file>